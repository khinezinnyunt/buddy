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Bebas Neue"/>
      <p:regular r:id="rId30"/>
    </p:embeddedFont>
    <p:embeddedFont>
      <p:font typeface="Albert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773D29-3C80-4679-A664-0CC083D483ED}">
  <a:tblStyle styleId="{53773D29-3C80-4679-A664-0CC083D483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lbertSans-regular.fntdata"/><Relationship Id="rId30" Type="http://schemas.openxmlformats.org/officeDocument/2006/relationships/font" Target="fonts/BebasNeue-regular.fntdata"/><Relationship Id="rId11" Type="http://schemas.openxmlformats.org/officeDocument/2006/relationships/slide" Target="slides/slide6.xml"/><Relationship Id="rId33" Type="http://schemas.openxmlformats.org/officeDocument/2006/relationships/font" Target="fonts/AlbertSans-italic.fntdata"/><Relationship Id="rId10" Type="http://schemas.openxmlformats.org/officeDocument/2006/relationships/slide" Target="slides/slide5.xml"/><Relationship Id="rId32" Type="http://schemas.openxmlformats.org/officeDocument/2006/relationships/font" Target="fonts/Albert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Albert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2df7c8325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2df7c8325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d6a9a938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fd6a9a938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fd6a9a938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fd6a9a938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df7c8325a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2df7c8325a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8963f585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8963f585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8963f585f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8963f585f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d6a9a938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fd6a9a938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fd6a9a938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fd6a9a938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fd6a9a938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fd6a9a938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fd6a9a9386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fd6a9a938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fd6a9a9386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fd6a9a9386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3a81a1191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3a81a1191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d6a9a9386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d6a9a9386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3a81a1191a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3a81a1191a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fdc5ec4d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fdc5ec4d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3a81a1191a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3a81a1191a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3a81a1191a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3a81a1191a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fdc5ec4d8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fdc5ec4d8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3a81a1191a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3a81a1191a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fdc5ec4d85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fdc5ec4d85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fdc5ec4d85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fdc5ec4d85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fdc5ec4d85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fdc5ec4d85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3a81a1191a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23a81a1191a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fdc5ec4d85_2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2fdc5ec4d85_2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909050" y="1274763"/>
            <a:ext cx="3468900" cy="20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09050" y="3314087"/>
            <a:ext cx="34689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200038" scaled="0"/>
        </a:gra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909050" y="2267588"/>
            <a:ext cx="4812600" cy="9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909050" y="1162713"/>
            <a:ext cx="4812600" cy="11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/>
          <p:nvPr/>
        </p:nvSpPr>
        <p:spPr>
          <a:xfrm>
            <a:off x="428100" y="399900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7987913" y="100642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8232563" y="1006425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759938" y="3782749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913013" y="386375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1397638" y="398030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7836413" y="725050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1574700" y="1533475"/>
            <a:ext cx="5994600" cy="492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574700" y="1873363"/>
            <a:ext cx="5994600" cy="71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1574700" y="2847175"/>
            <a:ext cx="5994600" cy="492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1574700" y="3187075"/>
            <a:ext cx="5994600" cy="71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715100" y="980700"/>
            <a:ext cx="38568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715100" y="1797300"/>
            <a:ext cx="3856800" cy="236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9" name="Google Shape;39;p7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/>
          <p:nvPr>
            <p:ph idx="2" type="pic"/>
          </p:nvPr>
        </p:nvSpPr>
        <p:spPr>
          <a:xfrm>
            <a:off x="4894575" y="966150"/>
            <a:ext cx="3211200" cy="3211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/>
          <p:nvPr/>
        </p:nvSpPr>
        <p:spPr>
          <a:xfrm>
            <a:off x="930225" y="419187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759938" y="671399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913013" y="75240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1397638" y="86895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/>
          <p:nvPr/>
        </p:nvSpPr>
        <p:spPr>
          <a:xfrm>
            <a:off x="715100" y="3937124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 rot="10800000">
            <a:off x="8069063" y="4112525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/>
          <p:nvPr/>
        </p:nvSpPr>
        <p:spPr>
          <a:xfrm rot="10800000">
            <a:off x="7676288" y="3791824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8"/>
          <p:cNvSpPr/>
          <p:nvPr/>
        </p:nvSpPr>
        <p:spPr>
          <a:xfrm rot="10800000">
            <a:off x="7594863" y="4078474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7914825" y="66812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8277400" y="1038424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1" name="Google Shape;61;p10"/>
          <p:cNvSpPr/>
          <p:nvPr/>
        </p:nvSpPr>
        <p:spPr>
          <a:xfrm>
            <a:off x="930225" y="419187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715100" y="3937124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7914825" y="66812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/>
          <p:nvPr/>
        </p:nvSpPr>
        <p:spPr>
          <a:xfrm>
            <a:off x="8277400" y="1038424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198662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/>
          <p:cNvSpPr txBox="1"/>
          <p:nvPr>
            <p:ph hasCustomPrompt="1" type="title"/>
          </p:nvPr>
        </p:nvSpPr>
        <p:spPr>
          <a:xfrm>
            <a:off x="715100" y="1164438"/>
            <a:ext cx="7713900" cy="11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/>
          <p:nvPr>
            <p:ph idx="1" type="subTitle"/>
          </p:nvPr>
        </p:nvSpPr>
        <p:spPr>
          <a:xfrm>
            <a:off x="715100" y="2265263"/>
            <a:ext cx="77139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11"/>
          <p:cNvSpPr/>
          <p:nvPr/>
        </p:nvSpPr>
        <p:spPr>
          <a:xfrm>
            <a:off x="7987913" y="100642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8232563" y="100642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759938" y="3782749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913013" y="386375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1397638" y="3980300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7836413" y="725050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200038" scaled="0"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 txBox="1"/>
          <p:nvPr>
            <p:ph hasCustomPrompt="1" type="title"/>
          </p:nvPr>
        </p:nvSpPr>
        <p:spPr>
          <a:xfrm>
            <a:off x="715100" y="1199200"/>
            <a:ext cx="6492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1364300" y="1199200"/>
            <a:ext cx="70647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2"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3" type="title"/>
          </p:nvPr>
        </p:nvSpPr>
        <p:spPr>
          <a:xfrm>
            <a:off x="715100" y="1723000"/>
            <a:ext cx="6492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1364300" y="1723000"/>
            <a:ext cx="70647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5" type="title"/>
          </p:nvPr>
        </p:nvSpPr>
        <p:spPr>
          <a:xfrm>
            <a:off x="715100" y="2246800"/>
            <a:ext cx="6492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idx="6" type="subTitle"/>
          </p:nvPr>
        </p:nvSpPr>
        <p:spPr>
          <a:xfrm>
            <a:off x="1364300" y="2246800"/>
            <a:ext cx="70647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715100" y="2770600"/>
            <a:ext cx="6492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idx="8" type="subTitle"/>
          </p:nvPr>
        </p:nvSpPr>
        <p:spPr>
          <a:xfrm>
            <a:off x="1364300" y="2770600"/>
            <a:ext cx="70647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715100" y="3294400"/>
            <a:ext cx="6492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13" type="subTitle"/>
          </p:nvPr>
        </p:nvSpPr>
        <p:spPr>
          <a:xfrm>
            <a:off x="1364300" y="3294400"/>
            <a:ext cx="70647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hasCustomPrompt="1" idx="14" type="title"/>
          </p:nvPr>
        </p:nvSpPr>
        <p:spPr>
          <a:xfrm>
            <a:off x="715100" y="3818200"/>
            <a:ext cx="6492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idx="15" type="subTitle"/>
          </p:nvPr>
        </p:nvSpPr>
        <p:spPr>
          <a:xfrm>
            <a:off x="1364300" y="3818200"/>
            <a:ext cx="7064700" cy="5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198662" scaled="0"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715100" y="1887425"/>
            <a:ext cx="24861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5" name="Google Shape;95;p14"/>
          <p:cNvSpPr txBox="1"/>
          <p:nvPr>
            <p:ph idx="2" type="subTitle"/>
          </p:nvPr>
        </p:nvSpPr>
        <p:spPr>
          <a:xfrm>
            <a:off x="715100" y="2228825"/>
            <a:ext cx="2486100" cy="145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3" type="subTitle"/>
          </p:nvPr>
        </p:nvSpPr>
        <p:spPr>
          <a:xfrm>
            <a:off x="3328800" y="1887425"/>
            <a:ext cx="24861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4" type="subTitle"/>
          </p:nvPr>
        </p:nvSpPr>
        <p:spPr>
          <a:xfrm>
            <a:off x="3328800" y="2228825"/>
            <a:ext cx="2486100" cy="145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5" type="subTitle"/>
          </p:nvPr>
        </p:nvSpPr>
        <p:spPr>
          <a:xfrm>
            <a:off x="5942800" y="1887425"/>
            <a:ext cx="24861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idx="6" type="subTitle"/>
          </p:nvPr>
        </p:nvSpPr>
        <p:spPr>
          <a:xfrm>
            <a:off x="5942800" y="2228825"/>
            <a:ext cx="2486100" cy="145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961444" y="1533475"/>
            <a:ext cx="33642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" name="Google Shape;104;p15"/>
          <p:cNvSpPr txBox="1"/>
          <p:nvPr>
            <p:ph idx="2" type="subTitle"/>
          </p:nvPr>
        </p:nvSpPr>
        <p:spPr>
          <a:xfrm>
            <a:off x="961444" y="1874875"/>
            <a:ext cx="3364200" cy="71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3" type="subTitle"/>
          </p:nvPr>
        </p:nvSpPr>
        <p:spPr>
          <a:xfrm>
            <a:off x="961444" y="2817175"/>
            <a:ext cx="33642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" name="Google Shape;106;p15"/>
          <p:cNvSpPr txBox="1"/>
          <p:nvPr>
            <p:ph idx="4" type="subTitle"/>
          </p:nvPr>
        </p:nvSpPr>
        <p:spPr>
          <a:xfrm>
            <a:off x="961444" y="3158575"/>
            <a:ext cx="3364200" cy="89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5" type="subTitle"/>
          </p:nvPr>
        </p:nvSpPr>
        <p:spPr>
          <a:xfrm>
            <a:off x="4818356" y="1533475"/>
            <a:ext cx="33642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8" name="Google Shape;108;p15"/>
          <p:cNvSpPr txBox="1"/>
          <p:nvPr>
            <p:ph idx="6" type="subTitle"/>
          </p:nvPr>
        </p:nvSpPr>
        <p:spPr>
          <a:xfrm>
            <a:off x="4818356" y="1874875"/>
            <a:ext cx="3364200" cy="71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7" type="subTitle"/>
          </p:nvPr>
        </p:nvSpPr>
        <p:spPr>
          <a:xfrm>
            <a:off x="4818356" y="2817175"/>
            <a:ext cx="33642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8" type="subTitle"/>
          </p:nvPr>
        </p:nvSpPr>
        <p:spPr>
          <a:xfrm>
            <a:off x="4818356" y="3158575"/>
            <a:ext cx="3364200" cy="89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198662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" type="subTitle"/>
          </p:nvPr>
        </p:nvSpPr>
        <p:spPr>
          <a:xfrm>
            <a:off x="715100" y="1533475"/>
            <a:ext cx="24861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5" name="Google Shape;115;p16"/>
          <p:cNvSpPr txBox="1"/>
          <p:nvPr>
            <p:ph idx="2" type="subTitle"/>
          </p:nvPr>
        </p:nvSpPr>
        <p:spPr>
          <a:xfrm>
            <a:off x="715100" y="1874875"/>
            <a:ext cx="2486100" cy="89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3" type="subTitle"/>
          </p:nvPr>
        </p:nvSpPr>
        <p:spPr>
          <a:xfrm>
            <a:off x="715100" y="2817175"/>
            <a:ext cx="24861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7" name="Google Shape;117;p16"/>
          <p:cNvSpPr txBox="1"/>
          <p:nvPr>
            <p:ph idx="4" type="subTitle"/>
          </p:nvPr>
        </p:nvSpPr>
        <p:spPr>
          <a:xfrm>
            <a:off x="715100" y="3158575"/>
            <a:ext cx="2486100" cy="89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5" type="subTitle"/>
          </p:nvPr>
        </p:nvSpPr>
        <p:spPr>
          <a:xfrm>
            <a:off x="3328950" y="1533475"/>
            <a:ext cx="24861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9" name="Google Shape;119;p16"/>
          <p:cNvSpPr txBox="1"/>
          <p:nvPr>
            <p:ph idx="6" type="subTitle"/>
          </p:nvPr>
        </p:nvSpPr>
        <p:spPr>
          <a:xfrm>
            <a:off x="3328950" y="1874875"/>
            <a:ext cx="2486100" cy="89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7" type="subTitle"/>
          </p:nvPr>
        </p:nvSpPr>
        <p:spPr>
          <a:xfrm>
            <a:off x="3328950" y="2817175"/>
            <a:ext cx="24861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8" type="subTitle"/>
          </p:nvPr>
        </p:nvSpPr>
        <p:spPr>
          <a:xfrm>
            <a:off x="3328950" y="3158575"/>
            <a:ext cx="2486100" cy="89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9" type="subTitle"/>
          </p:nvPr>
        </p:nvSpPr>
        <p:spPr>
          <a:xfrm>
            <a:off x="5942800" y="1533475"/>
            <a:ext cx="24861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13" type="subTitle"/>
          </p:nvPr>
        </p:nvSpPr>
        <p:spPr>
          <a:xfrm>
            <a:off x="5942800" y="1874875"/>
            <a:ext cx="2486100" cy="89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4" type="subTitle"/>
          </p:nvPr>
        </p:nvSpPr>
        <p:spPr>
          <a:xfrm>
            <a:off x="5942800" y="2817175"/>
            <a:ext cx="24861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15" type="subTitle"/>
          </p:nvPr>
        </p:nvSpPr>
        <p:spPr>
          <a:xfrm>
            <a:off x="5942800" y="3158575"/>
            <a:ext cx="2486100" cy="89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 txBox="1"/>
          <p:nvPr>
            <p:ph hasCustomPrompt="1" type="title"/>
          </p:nvPr>
        </p:nvSpPr>
        <p:spPr>
          <a:xfrm>
            <a:off x="715100" y="831650"/>
            <a:ext cx="4066200" cy="7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9" name="Google Shape;129;p17"/>
          <p:cNvSpPr txBox="1"/>
          <p:nvPr>
            <p:ph idx="1" type="subTitle"/>
          </p:nvPr>
        </p:nvSpPr>
        <p:spPr>
          <a:xfrm>
            <a:off x="715100" y="1466150"/>
            <a:ext cx="40662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hasCustomPrompt="1" idx="2" type="title"/>
          </p:nvPr>
        </p:nvSpPr>
        <p:spPr>
          <a:xfrm>
            <a:off x="715100" y="2020850"/>
            <a:ext cx="4066200" cy="7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/>
          <p:nvPr>
            <p:ph idx="3" type="subTitle"/>
          </p:nvPr>
        </p:nvSpPr>
        <p:spPr>
          <a:xfrm>
            <a:off x="715100" y="2655350"/>
            <a:ext cx="40662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hasCustomPrompt="1" idx="4" type="title"/>
          </p:nvPr>
        </p:nvSpPr>
        <p:spPr>
          <a:xfrm>
            <a:off x="715100" y="3210050"/>
            <a:ext cx="4066200" cy="7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3" name="Google Shape;133;p17"/>
          <p:cNvSpPr txBox="1"/>
          <p:nvPr>
            <p:ph idx="5" type="subTitle"/>
          </p:nvPr>
        </p:nvSpPr>
        <p:spPr>
          <a:xfrm>
            <a:off x="715100" y="3844550"/>
            <a:ext cx="40662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198662" scaled="0"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0800025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>
            <p:ph type="ctrTitle"/>
          </p:nvPr>
        </p:nvSpPr>
        <p:spPr>
          <a:xfrm>
            <a:off x="1225400" y="649438"/>
            <a:ext cx="2836200" cy="9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1225400" y="1623838"/>
            <a:ext cx="2836200" cy="11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4" name="Google Shape;144;p20"/>
          <p:cNvSpPr txBox="1"/>
          <p:nvPr/>
        </p:nvSpPr>
        <p:spPr>
          <a:xfrm>
            <a:off x="1225400" y="3479463"/>
            <a:ext cx="283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0801400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975650" y="3777037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886925" y="305382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1073825" y="3221063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" name="Google Shape;150;p21"/>
          <p:cNvGrpSpPr/>
          <p:nvPr/>
        </p:nvGrpSpPr>
        <p:grpSpPr>
          <a:xfrm>
            <a:off x="1225335" y="3471179"/>
            <a:ext cx="835711" cy="835711"/>
            <a:chOff x="1221094" y="2847175"/>
            <a:chExt cx="554700" cy="554700"/>
          </a:xfrm>
        </p:grpSpPr>
        <p:sp>
          <p:nvSpPr>
            <p:cNvPr id="151" name="Google Shape;151;p21"/>
            <p:cNvSpPr/>
            <p:nvPr/>
          </p:nvSpPr>
          <p:spPr>
            <a:xfrm>
              <a:off x="1221094" y="2847175"/>
              <a:ext cx="554700" cy="5547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1288144" y="2914222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" name="Google Shape;153;p21"/>
            <p:cNvGrpSpPr/>
            <p:nvPr/>
          </p:nvGrpSpPr>
          <p:grpSpPr>
            <a:xfrm>
              <a:off x="1389861" y="2980064"/>
              <a:ext cx="217166" cy="258028"/>
              <a:chOff x="-48233050" y="3569725"/>
              <a:chExt cx="252050" cy="299475"/>
            </a:xfrm>
          </p:grpSpPr>
          <p:sp>
            <p:nvSpPr>
              <p:cNvPr id="154" name="Google Shape;154;p21"/>
              <p:cNvSpPr/>
              <p:nvPr/>
            </p:nvSpPr>
            <p:spPr>
              <a:xfrm>
                <a:off x="-48233050" y="3569725"/>
                <a:ext cx="252050" cy="299475"/>
              </a:xfrm>
              <a:custGeom>
                <a:rect b="b" l="l" r="r" t="t"/>
                <a:pathLst>
                  <a:path extrusionOk="0" h="11979" w="10082">
                    <a:moveTo>
                      <a:pt x="5230" y="1393"/>
                    </a:moveTo>
                    <a:cubicBezTo>
                      <a:pt x="5419" y="1393"/>
                      <a:pt x="5577" y="1551"/>
                      <a:pt x="5577" y="1740"/>
                    </a:cubicBezTo>
                    <a:lnTo>
                      <a:pt x="5577" y="1960"/>
                    </a:lnTo>
                    <a:cubicBezTo>
                      <a:pt x="5703" y="2023"/>
                      <a:pt x="5829" y="2086"/>
                      <a:pt x="5923" y="2181"/>
                    </a:cubicBezTo>
                    <a:lnTo>
                      <a:pt x="6144" y="2055"/>
                    </a:lnTo>
                    <a:cubicBezTo>
                      <a:pt x="6194" y="2025"/>
                      <a:pt x="6251" y="2011"/>
                      <a:pt x="6308" y="2011"/>
                    </a:cubicBezTo>
                    <a:cubicBezTo>
                      <a:pt x="6430" y="2011"/>
                      <a:pt x="6552" y="2074"/>
                      <a:pt x="6616" y="2181"/>
                    </a:cubicBezTo>
                    <a:lnTo>
                      <a:pt x="7309" y="3410"/>
                    </a:lnTo>
                    <a:cubicBezTo>
                      <a:pt x="7467" y="3725"/>
                      <a:pt x="7246" y="3819"/>
                      <a:pt x="6963" y="3977"/>
                    </a:cubicBezTo>
                    <a:lnTo>
                      <a:pt x="6963" y="4386"/>
                    </a:lnTo>
                    <a:cubicBezTo>
                      <a:pt x="7246" y="4544"/>
                      <a:pt x="7467" y="4670"/>
                      <a:pt x="7309" y="4985"/>
                    </a:cubicBezTo>
                    <a:lnTo>
                      <a:pt x="6616" y="6182"/>
                    </a:lnTo>
                    <a:cubicBezTo>
                      <a:pt x="6531" y="6289"/>
                      <a:pt x="6417" y="6366"/>
                      <a:pt x="6303" y="6366"/>
                    </a:cubicBezTo>
                    <a:cubicBezTo>
                      <a:pt x="6249" y="6366"/>
                      <a:pt x="6195" y="6349"/>
                      <a:pt x="6144" y="6308"/>
                    </a:cubicBezTo>
                    <a:lnTo>
                      <a:pt x="5923" y="6182"/>
                    </a:lnTo>
                    <a:cubicBezTo>
                      <a:pt x="5829" y="6277"/>
                      <a:pt x="5703" y="6340"/>
                      <a:pt x="5577" y="6403"/>
                    </a:cubicBezTo>
                    <a:lnTo>
                      <a:pt x="5577" y="6623"/>
                    </a:lnTo>
                    <a:cubicBezTo>
                      <a:pt x="5577" y="6812"/>
                      <a:pt x="5419" y="6970"/>
                      <a:pt x="5230" y="6970"/>
                    </a:cubicBezTo>
                    <a:lnTo>
                      <a:pt x="3812" y="6970"/>
                    </a:lnTo>
                    <a:cubicBezTo>
                      <a:pt x="3623" y="6970"/>
                      <a:pt x="3466" y="6812"/>
                      <a:pt x="3466" y="6623"/>
                    </a:cubicBezTo>
                    <a:lnTo>
                      <a:pt x="3466" y="6403"/>
                    </a:lnTo>
                    <a:cubicBezTo>
                      <a:pt x="3340" y="6340"/>
                      <a:pt x="3214" y="6277"/>
                      <a:pt x="3119" y="6182"/>
                    </a:cubicBezTo>
                    <a:lnTo>
                      <a:pt x="2899" y="6308"/>
                    </a:lnTo>
                    <a:cubicBezTo>
                      <a:pt x="2848" y="6338"/>
                      <a:pt x="2791" y="6352"/>
                      <a:pt x="2734" y="6352"/>
                    </a:cubicBezTo>
                    <a:cubicBezTo>
                      <a:pt x="2613" y="6352"/>
                      <a:pt x="2490" y="6289"/>
                      <a:pt x="2426" y="6182"/>
                    </a:cubicBezTo>
                    <a:lnTo>
                      <a:pt x="1733" y="4985"/>
                    </a:lnTo>
                    <a:cubicBezTo>
                      <a:pt x="1638" y="4827"/>
                      <a:pt x="1670" y="4575"/>
                      <a:pt x="1859" y="4512"/>
                    </a:cubicBezTo>
                    <a:lnTo>
                      <a:pt x="2048" y="4386"/>
                    </a:lnTo>
                    <a:lnTo>
                      <a:pt x="2048" y="3977"/>
                    </a:lnTo>
                    <a:lnTo>
                      <a:pt x="1859" y="3882"/>
                    </a:lnTo>
                    <a:cubicBezTo>
                      <a:pt x="1702" y="3788"/>
                      <a:pt x="1607" y="3536"/>
                      <a:pt x="1733" y="3410"/>
                    </a:cubicBezTo>
                    <a:lnTo>
                      <a:pt x="2426" y="2181"/>
                    </a:lnTo>
                    <a:cubicBezTo>
                      <a:pt x="2490" y="2074"/>
                      <a:pt x="2612" y="1997"/>
                      <a:pt x="2733" y="1997"/>
                    </a:cubicBezTo>
                    <a:cubicBezTo>
                      <a:pt x="2790" y="1997"/>
                      <a:pt x="2848" y="2014"/>
                      <a:pt x="2899" y="2055"/>
                    </a:cubicBezTo>
                    <a:lnTo>
                      <a:pt x="3119" y="2181"/>
                    </a:lnTo>
                    <a:cubicBezTo>
                      <a:pt x="3214" y="2086"/>
                      <a:pt x="3340" y="2023"/>
                      <a:pt x="3466" y="1960"/>
                    </a:cubicBezTo>
                    <a:lnTo>
                      <a:pt x="3466" y="1740"/>
                    </a:lnTo>
                    <a:cubicBezTo>
                      <a:pt x="3466" y="1551"/>
                      <a:pt x="3623" y="1393"/>
                      <a:pt x="3812" y="1393"/>
                    </a:cubicBezTo>
                    <a:close/>
                    <a:moveTo>
                      <a:pt x="4547" y="0"/>
                    </a:moveTo>
                    <a:cubicBezTo>
                      <a:pt x="3499" y="0"/>
                      <a:pt x="2484" y="337"/>
                      <a:pt x="1670" y="984"/>
                    </a:cubicBezTo>
                    <a:cubicBezTo>
                      <a:pt x="630" y="1866"/>
                      <a:pt x="0" y="3158"/>
                      <a:pt x="0" y="4544"/>
                    </a:cubicBezTo>
                    <a:cubicBezTo>
                      <a:pt x="0" y="5804"/>
                      <a:pt x="504" y="6970"/>
                      <a:pt x="1418" y="7852"/>
                    </a:cubicBezTo>
                    <a:lnTo>
                      <a:pt x="1418" y="11632"/>
                    </a:lnTo>
                    <a:cubicBezTo>
                      <a:pt x="1418" y="11821"/>
                      <a:pt x="1575" y="11979"/>
                      <a:pt x="1765" y="11979"/>
                    </a:cubicBezTo>
                    <a:lnTo>
                      <a:pt x="5986" y="11979"/>
                    </a:lnTo>
                    <a:cubicBezTo>
                      <a:pt x="6175" y="11979"/>
                      <a:pt x="6333" y="11821"/>
                      <a:pt x="6333" y="11632"/>
                    </a:cubicBezTo>
                    <a:lnTo>
                      <a:pt x="6333" y="10530"/>
                    </a:lnTo>
                    <a:lnTo>
                      <a:pt x="8097" y="10530"/>
                    </a:lnTo>
                    <a:cubicBezTo>
                      <a:pt x="8286" y="10530"/>
                      <a:pt x="8444" y="10372"/>
                      <a:pt x="8444" y="10183"/>
                    </a:cubicBezTo>
                    <a:lnTo>
                      <a:pt x="8444" y="8387"/>
                    </a:lnTo>
                    <a:lnTo>
                      <a:pt x="9042" y="8387"/>
                    </a:lnTo>
                    <a:cubicBezTo>
                      <a:pt x="9389" y="8387"/>
                      <a:pt x="9767" y="8198"/>
                      <a:pt x="9956" y="7883"/>
                    </a:cubicBezTo>
                    <a:cubicBezTo>
                      <a:pt x="10082" y="7568"/>
                      <a:pt x="10082" y="7190"/>
                      <a:pt x="9924" y="6875"/>
                    </a:cubicBezTo>
                    <a:lnTo>
                      <a:pt x="9042" y="5237"/>
                    </a:lnTo>
                    <a:cubicBezTo>
                      <a:pt x="9137" y="4701"/>
                      <a:pt x="9137" y="4134"/>
                      <a:pt x="9011" y="3599"/>
                    </a:cubicBezTo>
                    <a:cubicBezTo>
                      <a:pt x="8664" y="1866"/>
                      <a:pt x="7246" y="480"/>
                      <a:pt x="5545" y="102"/>
                    </a:cubicBezTo>
                    <a:cubicBezTo>
                      <a:pt x="5213" y="34"/>
                      <a:pt x="4878" y="0"/>
                      <a:pt x="4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21"/>
              <p:cNvSpPr/>
              <p:nvPr/>
            </p:nvSpPr>
            <p:spPr>
              <a:xfrm>
                <a:off x="-48170050" y="3622650"/>
                <a:ext cx="100050" cy="103225"/>
              </a:xfrm>
              <a:custGeom>
                <a:rect b="b" l="l" r="r" t="t"/>
                <a:pathLst>
                  <a:path extrusionOk="0" h="4129" w="4002">
                    <a:moveTo>
                      <a:pt x="1985" y="1009"/>
                    </a:moveTo>
                    <a:cubicBezTo>
                      <a:pt x="2584" y="1009"/>
                      <a:pt x="3057" y="1482"/>
                      <a:pt x="3057" y="2080"/>
                    </a:cubicBezTo>
                    <a:cubicBezTo>
                      <a:pt x="3057" y="2647"/>
                      <a:pt x="2584" y="3120"/>
                      <a:pt x="1985" y="3120"/>
                    </a:cubicBezTo>
                    <a:cubicBezTo>
                      <a:pt x="1418" y="3120"/>
                      <a:pt x="946" y="2647"/>
                      <a:pt x="946" y="2080"/>
                    </a:cubicBezTo>
                    <a:cubicBezTo>
                      <a:pt x="946" y="1482"/>
                      <a:pt x="1418" y="1009"/>
                      <a:pt x="1985" y="1009"/>
                    </a:cubicBezTo>
                    <a:close/>
                    <a:moveTo>
                      <a:pt x="1639" y="1"/>
                    </a:moveTo>
                    <a:lnTo>
                      <a:pt x="1639" y="127"/>
                    </a:lnTo>
                    <a:cubicBezTo>
                      <a:pt x="1639" y="284"/>
                      <a:pt x="1576" y="410"/>
                      <a:pt x="1418" y="442"/>
                    </a:cubicBezTo>
                    <a:cubicBezTo>
                      <a:pt x="1198" y="537"/>
                      <a:pt x="1009" y="631"/>
                      <a:pt x="851" y="757"/>
                    </a:cubicBezTo>
                    <a:cubicBezTo>
                      <a:pt x="770" y="818"/>
                      <a:pt x="689" y="853"/>
                      <a:pt x="607" y="853"/>
                    </a:cubicBezTo>
                    <a:cubicBezTo>
                      <a:pt x="562" y="853"/>
                      <a:pt x="518" y="842"/>
                      <a:pt x="473" y="820"/>
                    </a:cubicBezTo>
                    <a:lnTo>
                      <a:pt x="347" y="726"/>
                    </a:lnTo>
                    <a:lnTo>
                      <a:pt x="1" y="1324"/>
                    </a:lnTo>
                    <a:lnTo>
                      <a:pt x="127" y="1387"/>
                    </a:lnTo>
                    <a:cubicBezTo>
                      <a:pt x="221" y="1482"/>
                      <a:pt x="316" y="1639"/>
                      <a:pt x="253" y="1765"/>
                    </a:cubicBezTo>
                    <a:cubicBezTo>
                      <a:pt x="221" y="1986"/>
                      <a:pt x="221" y="2143"/>
                      <a:pt x="253" y="2395"/>
                    </a:cubicBezTo>
                    <a:cubicBezTo>
                      <a:pt x="316" y="2553"/>
                      <a:pt x="221" y="2647"/>
                      <a:pt x="127" y="2742"/>
                    </a:cubicBezTo>
                    <a:lnTo>
                      <a:pt x="1" y="2805"/>
                    </a:lnTo>
                    <a:lnTo>
                      <a:pt x="347" y="3403"/>
                    </a:lnTo>
                    <a:lnTo>
                      <a:pt x="473" y="3340"/>
                    </a:lnTo>
                    <a:cubicBezTo>
                      <a:pt x="532" y="3297"/>
                      <a:pt x="590" y="3273"/>
                      <a:pt x="649" y="3273"/>
                    </a:cubicBezTo>
                    <a:cubicBezTo>
                      <a:pt x="716" y="3273"/>
                      <a:pt x="784" y="3304"/>
                      <a:pt x="851" y="3372"/>
                    </a:cubicBezTo>
                    <a:cubicBezTo>
                      <a:pt x="1009" y="3529"/>
                      <a:pt x="1198" y="3592"/>
                      <a:pt x="1418" y="3687"/>
                    </a:cubicBezTo>
                    <a:cubicBezTo>
                      <a:pt x="1576" y="3718"/>
                      <a:pt x="1639" y="3876"/>
                      <a:pt x="1639" y="4002"/>
                    </a:cubicBezTo>
                    <a:lnTo>
                      <a:pt x="1639" y="4128"/>
                    </a:lnTo>
                    <a:lnTo>
                      <a:pt x="2364" y="4128"/>
                    </a:lnTo>
                    <a:lnTo>
                      <a:pt x="2364" y="4002"/>
                    </a:lnTo>
                    <a:cubicBezTo>
                      <a:pt x="2364" y="3845"/>
                      <a:pt x="2427" y="3718"/>
                      <a:pt x="2584" y="3687"/>
                    </a:cubicBezTo>
                    <a:cubicBezTo>
                      <a:pt x="2805" y="3592"/>
                      <a:pt x="2994" y="3498"/>
                      <a:pt x="3151" y="3372"/>
                    </a:cubicBezTo>
                    <a:cubicBezTo>
                      <a:pt x="3224" y="3317"/>
                      <a:pt x="3298" y="3283"/>
                      <a:pt x="3371" y="3283"/>
                    </a:cubicBezTo>
                    <a:cubicBezTo>
                      <a:pt x="3424" y="3283"/>
                      <a:pt x="3476" y="3301"/>
                      <a:pt x="3529" y="3340"/>
                    </a:cubicBezTo>
                    <a:lnTo>
                      <a:pt x="3655" y="3403"/>
                    </a:lnTo>
                    <a:lnTo>
                      <a:pt x="4002" y="2805"/>
                    </a:lnTo>
                    <a:lnTo>
                      <a:pt x="3876" y="2742"/>
                    </a:lnTo>
                    <a:cubicBezTo>
                      <a:pt x="3781" y="2647"/>
                      <a:pt x="3687" y="2490"/>
                      <a:pt x="3750" y="2395"/>
                    </a:cubicBezTo>
                    <a:cubicBezTo>
                      <a:pt x="3781" y="2143"/>
                      <a:pt x="3781" y="1986"/>
                      <a:pt x="3750" y="1765"/>
                    </a:cubicBezTo>
                    <a:cubicBezTo>
                      <a:pt x="3687" y="1608"/>
                      <a:pt x="3781" y="1482"/>
                      <a:pt x="3876" y="1387"/>
                    </a:cubicBezTo>
                    <a:lnTo>
                      <a:pt x="4002" y="1324"/>
                    </a:lnTo>
                    <a:lnTo>
                      <a:pt x="3655" y="726"/>
                    </a:lnTo>
                    <a:lnTo>
                      <a:pt x="3529" y="820"/>
                    </a:lnTo>
                    <a:cubicBezTo>
                      <a:pt x="3477" y="846"/>
                      <a:pt x="3425" y="861"/>
                      <a:pt x="3373" y="861"/>
                    </a:cubicBezTo>
                    <a:cubicBezTo>
                      <a:pt x="3299" y="861"/>
                      <a:pt x="3225" y="831"/>
                      <a:pt x="3151" y="757"/>
                    </a:cubicBezTo>
                    <a:cubicBezTo>
                      <a:pt x="2994" y="600"/>
                      <a:pt x="2805" y="537"/>
                      <a:pt x="2584" y="442"/>
                    </a:cubicBezTo>
                    <a:cubicBezTo>
                      <a:pt x="2427" y="410"/>
                      <a:pt x="2364" y="253"/>
                      <a:pt x="2364" y="127"/>
                    </a:cubicBezTo>
                    <a:lnTo>
                      <a:pt x="2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1"/>
              <p:cNvSpPr/>
              <p:nvPr/>
            </p:nvSpPr>
            <p:spPr>
              <a:xfrm>
                <a:off x="-48129100" y="3665200"/>
                <a:ext cx="18150" cy="18125"/>
              </a:xfrm>
              <a:custGeom>
                <a:rect b="b" l="l" r="r" t="t"/>
                <a:pathLst>
                  <a:path extrusionOk="0" h="725" w="726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68" y="725"/>
                      <a:pt x="726" y="567"/>
                      <a:pt x="726" y="378"/>
                    </a:cubicBezTo>
                    <a:cubicBezTo>
                      <a:pt x="726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8900044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fmla="val 6806" name="adj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7330037" y="744250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" name="Google Shape;160;p22"/>
          <p:cNvGrpSpPr/>
          <p:nvPr/>
        </p:nvGrpSpPr>
        <p:grpSpPr>
          <a:xfrm>
            <a:off x="7558728" y="868951"/>
            <a:ext cx="835737" cy="835737"/>
            <a:chOff x="7774163" y="804325"/>
            <a:chExt cx="587100" cy="587100"/>
          </a:xfrm>
        </p:grpSpPr>
        <p:sp>
          <p:nvSpPr>
            <p:cNvPr id="161" name="Google Shape;161;p22"/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2"/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3" name="Google Shape;163;p22"/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164" name="Google Shape;164;p22"/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rect b="b" l="l" r="r" t="t"/>
                <a:pathLst>
                  <a:path extrusionOk="0" h="3498" w="4915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22"/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rect b="b" l="l" r="r" t="t"/>
                <a:pathLst>
                  <a:path extrusionOk="0" h="1419" w="4915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22"/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rect b="b" l="l" r="r" t="t"/>
                <a:pathLst>
                  <a:path extrusionOk="0" h="1419" w="4915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22"/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rect b="b" l="l" r="r" t="t"/>
                <a:pathLst>
                  <a:path extrusionOk="0" h="2774" w="6365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22"/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rect b="b" l="l" r="r" t="t"/>
                <a:pathLst>
                  <a:path extrusionOk="0" h="6365" w="10587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9" name="Google Shape;169;p22"/>
          <p:cNvSpPr/>
          <p:nvPr/>
        </p:nvSpPr>
        <p:spPr>
          <a:xfrm>
            <a:off x="1367688" y="395576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1554588" y="412300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22"/>
          <p:cNvGrpSpPr/>
          <p:nvPr/>
        </p:nvGrpSpPr>
        <p:grpSpPr>
          <a:xfrm>
            <a:off x="745764" y="3292399"/>
            <a:ext cx="554809" cy="554809"/>
            <a:chOff x="5724800" y="2169125"/>
            <a:chExt cx="587100" cy="587100"/>
          </a:xfrm>
        </p:grpSpPr>
        <p:sp>
          <p:nvSpPr>
            <p:cNvPr id="172" name="Google Shape;172;p22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2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22"/>
          <p:cNvSpPr/>
          <p:nvPr/>
        </p:nvSpPr>
        <p:spPr>
          <a:xfrm>
            <a:off x="7134938" y="1563138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869538" y="4168588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b="1" sz="3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99200"/>
            <a:ext cx="7713900" cy="3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3"/>
          <p:cNvGrpSpPr/>
          <p:nvPr/>
        </p:nvGrpSpPr>
        <p:grpSpPr>
          <a:xfrm>
            <a:off x="5304211" y="966023"/>
            <a:ext cx="3211436" cy="3211451"/>
            <a:chOff x="1190500" y="238125"/>
            <a:chExt cx="5237175" cy="5237200"/>
          </a:xfrm>
        </p:grpSpPr>
        <p:sp>
          <p:nvSpPr>
            <p:cNvPr id="182" name="Google Shape;182;p23"/>
            <p:cNvSpPr/>
            <p:nvPr/>
          </p:nvSpPr>
          <p:spPr>
            <a:xfrm>
              <a:off x="1190500" y="238125"/>
              <a:ext cx="5237175" cy="5237200"/>
            </a:xfrm>
            <a:custGeom>
              <a:rect b="b" l="l" r="r" t="t"/>
              <a:pathLst>
                <a:path extrusionOk="0" h="209488" w="209487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1732050" y="779675"/>
              <a:ext cx="4154050" cy="4154075"/>
            </a:xfrm>
            <a:custGeom>
              <a:rect b="b" l="l" r="r" t="t"/>
              <a:pathLst>
                <a:path extrusionOk="0" h="166163" w="166162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2297475" y="1345125"/>
              <a:ext cx="3023200" cy="3023200"/>
            </a:xfrm>
            <a:custGeom>
              <a:rect b="b" l="l" r="r" t="t"/>
              <a:pathLst>
                <a:path extrusionOk="0" h="120928" w="120928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23"/>
          <p:cNvSpPr/>
          <p:nvPr/>
        </p:nvSpPr>
        <p:spPr>
          <a:xfrm>
            <a:off x="5548475" y="1617975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 txBox="1"/>
          <p:nvPr>
            <p:ph type="ctrTitle"/>
          </p:nvPr>
        </p:nvSpPr>
        <p:spPr>
          <a:xfrm>
            <a:off x="412000" y="1288100"/>
            <a:ext cx="5080500" cy="25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Buddy</a:t>
            </a:r>
            <a:r>
              <a:rPr lang="en"/>
              <a:t>:Simplifying </a:t>
            </a:r>
            <a:r>
              <a:rPr lang="en">
                <a:solidFill>
                  <a:schemeClr val="accent2"/>
                </a:solidFill>
              </a:rPr>
              <a:t>Devops Automation</a:t>
            </a:r>
            <a:r>
              <a:rPr lang="en"/>
              <a:t> for Teams</a:t>
            </a:r>
            <a:r>
              <a:rPr lang="en"/>
              <a:t>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7" name="Google Shape;187;p23"/>
          <p:cNvSpPr txBox="1"/>
          <p:nvPr>
            <p:ph idx="1" type="subTitle"/>
          </p:nvPr>
        </p:nvSpPr>
        <p:spPr>
          <a:xfrm>
            <a:off x="1091200" y="3807162"/>
            <a:ext cx="34689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Group - 8</a:t>
            </a:r>
            <a:endParaRPr/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377" y="1628700"/>
            <a:ext cx="1886075" cy="1886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23"/>
          <p:cNvGrpSpPr/>
          <p:nvPr/>
        </p:nvGrpSpPr>
        <p:grpSpPr>
          <a:xfrm>
            <a:off x="5990364" y="2363150"/>
            <a:ext cx="554809" cy="554809"/>
            <a:chOff x="5724800" y="2169125"/>
            <a:chExt cx="587100" cy="587100"/>
          </a:xfrm>
        </p:grpSpPr>
        <p:sp>
          <p:nvSpPr>
            <p:cNvPr id="190" name="Google Shape;190;p23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3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3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23"/>
          <p:cNvGrpSpPr/>
          <p:nvPr/>
        </p:nvGrpSpPr>
        <p:grpSpPr>
          <a:xfrm>
            <a:off x="7085386" y="2867726"/>
            <a:ext cx="1326801" cy="733850"/>
            <a:chOff x="6879411" y="2843985"/>
            <a:chExt cx="1404319" cy="776643"/>
          </a:xfrm>
        </p:grpSpPr>
        <p:grpSp>
          <p:nvGrpSpPr>
            <p:cNvPr id="194" name="Google Shape;194;p23"/>
            <p:cNvGrpSpPr/>
            <p:nvPr/>
          </p:nvGrpSpPr>
          <p:grpSpPr>
            <a:xfrm>
              <a:off x="6879411" y="2843985"/>
              <a:ext cx="1404319" cy="776643"/>
              <a:chOff x="4202297" y="-1870275"/>
              <a:chExt cx="2538997" cy="1404164"/>
            </a:xfrm>
          </p:grpSpPr>
          <p:sp>
            <p:nvSpPr>
              <p:cNvPr id="195" name="Google Shape;195;p23"/>
              <p:cNvSpPr/>
              <p:nvPr/>
            </p:nvSpPr>
            <p:spPr>
              <a:xfrm>
                <a:off x="4202297" y="-1870275"/>
                <a:ext cx="2538997" cy="227172"/>
              </a:xfrm>
              <a:custGeom>
                <a:rect b="b" l="l" r="r" t="t"/>
                <a:pathLst>
                  <a:path extrusionOk="0" h="11958" w="133649">
                    <a:moveTo>
                      <a:pt x="4983" y="0"/>
                    </a:moveTo>
                    <a:cubicBezTo>
                      <a:pt x="2232" y="0"/>
                      <a:pt x="0" y="2232"/>
                      <a:pt x="0" y="4983"/>
                    </a:cubicBezTo>
                    <a:lnTo>
                      <a:pt x="0" y="11958"/>
                    </a:lnTo>
                    <a:lnTo>
                      <a:pt x="133648" y="11958"/>
                    </a:lnTo>
                    <a:lnTo>
                      <a:pt x="133648" y="4983"/>
                    </a:lnTo>
                    <a:cubicBezTo>
                      <a:pt x="133648" y="2232"/>
                      <a:pt x="131419" y="0"/>
                      <a:pt x="1286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2"/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3"/>
              <p:cNvSpPr/>
              <p:nvPr/>
            </p:nvSpPr>
            <p:spPr>
              <a:xfrm>
                <a:off x="4202297" y="-1643101"/>
                <a:ext cx="2538997" cy="1176990"/>
              </a:xfrm>
              <a:custGeom>
                <a:rect b="b" l="l" r="r" t="t"/>
                <a:pathLst>
                  <a:path extrusionOk="0" h="61955" w="133649">
                    <a:moveTo>
                      <a:pt x="0" y="0"/>
                    </a:moveTo>
                    <a:lnTo>
                      <a:pt x="0" y="56971"/>
                    </a:lnTo>
                    <a:cubicBezTo>
                      <a:pt x="0" y="59722"/>
                      <a:pt x="2232" y="61954"/>
                      <a:pt x="4983" y="61954"/>
                    </a:cubicBezTo>
                    <a:lnTo>
                      <a:pt x="128665" y="61954"/>
                    </a:lnTo>
                    <a:cubicBezTo>
                      <a:pt x="131419" y="61954"/>
                      <a:pt x="133648" y="59722"/>
                      <a:pt x="133648" y="56971"/>
                    </a:cubicBezTo>
                    <a:lnTo>
                      <a:pt x="13364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3"/>
              <p:cNvSpPr/>
              <p:nvPr/>
            </p:nvSpPr>
            <p:spPr>
              <a:xfrm>
                <a:off x="4284841" y="-1807298"/>
                <a:ext cx="71583" cy="71583"/>
              </a:xfrm>
              <a:custGeom>
                <a:rect b="b" l="l" r="r" t="t"/>
                <a:pathLst>
                  <a:path extrusionOk="0" h="3768" w="3768">
                    <a:moveTo>
                      <a:pt x="1882" y="0"/>
                    </a:moveTo>
                    <a:cubicBezTo>
                      <a:pt x="844" y="0"/>
                      <a:pt x="0" y="844"/>
                      <a:pt x="0" y="1882"/>
                    </a:cubicBezTo>
                    <a:cubicBezTo>
                      <a:pt x="0" y="2924"/>
                      <a:pt x="844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3"/>
              <p:cNvSpPr/>
              <p:nvPr/>
            </p:nvSpPr>
            <p:spPr>
              <a:xfrm>
                <a:off x="4447574" y="-1807298"/>
                <a:ext cx="71583" cy="71583"/>
              </a:xfrm>
              <a:custGeom>
                <a:rect b="b" l="l" r="r" t="t"/>
                <a:pathLst>
                  <a:path extrusionOk="0" h="3768" w="3768">
                    <a:moveTo>
                      <a:pt x="1883" y="0"/>
                    </a:moveTo>
                    <a:cubicBezTo>
                      <a:pt x="844" y="0"/>
                      <a:pt x="1" y="844"/>
                      <a:pt x="1" y="1882"/>
                    </a:cubicBezTo>
                    <a:cubicBezTo>
                      <a:pt x="1" y="2924"/>
                      <a:pt x="844" y="3767"/>
                      <a:pt x="1883" y="3767"/>
                    </a:cubicBezTo>
                    <a:cubicBezTo>
                      <a:pt x="2924" y="3767"/>
                      <a:pt x="3768" y="2924"/>
                      <a:pt x="3768" y="1882"/>
                    </a:cubicBezTo>
                    <a:cubicBezTo>
                      <a:pt x="3768" y="844"/>
                      <a:pt x="2924" y="0"/>
                      <a:pt x="18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3"/>
              <p:cNvSpPr/>
              <p:nvPr/>
            </p:nvSpPr>
            <p:spPr>
              <a:xfrm>
                <a:off x="4610326" y="-1807298"/>
                <a:ext cx="71564" cy="71583"/>
              </a:xfrm>
              <a:custGeom>
                <a:rect b="b" l="l" r="r" t="t"/>
                <a:pathLst>
                  <a:path extrusionOk="0" h="3768" w="3767">
                    <a:moveTo>
                      <a:pt x="1882" y="0"/>
                    </a:moveTo>
                    <a:cubicBezTo>
                      <a:pt x="841" y="0"/>
                      <a:pt x="0" y="844"/>
                      <a:pt x="0" y="1882"/>
                    </a:cubicBezTo>
                    <a:cubicBezTo>
                      <a:pt x="0" y="2924"/>
                      <a:pt x="841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" name="Google Shape;200;p23"/>
            <p:cNvGrpSpPr/>
            <p:nvPr/>
          </p:nvGrpSpPr>
          <p:grpSpPr>
            <a:xfrm flipH="1">
              <a:off x="7727981" y="3082508"/>
              <a:ext cx="395014" cy="409310"/>
              <a:chOff x="3357325" y="2093500"/>
              <a:chExt cx="311525" cy="322825"/>
            </a:xfrm>
          </p:grpSpPr>
          <p:sp>
            <p:nvSpPr>
              <p:cNvPr id="201" name="Google Shape;201;p23"/>
              <p:cNvSpPr/>
              <p:nvPr/>
            </p:nvSpPr>
            <p:spPr>
              <a:xfrm>
                <a:off x="3357325" y="2210550"/>
                <a:ext cx="85700" cy="205775"/>
              </a:xfrm>
              <a:custGeom>
                <a:rect b="b" l="l" r="r" t="t"/>
                <a:pathLst>
                  <a:path extrusionOk="0" h="8231" w="3428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7664"/>
                    </a:lnTo>
                    <a:cubicBezTo>
                      <a:pt x="0" y="7978"/>
                      <a:pt x="253" y="8231"/>
                      <a:pt x="566" y="8231"/>
                    </a:cubicBezTo>
                    <a:lnTo>
                      <a:pt x="2861" y="8231"/>
                    </a:lnTo>
                    <a:cubicBezTo>
                      <a:pt x="3174" y="8231"/>
                      <a:pt x="3427" y="7978"/>
                      <a:pt x="3427" y="7664"/>
                    </a:cubicBezTo>
                    <a:lnTo>
                      <a:pt x="3427" y="564"/>
                    </a:lnTo>
                    <a:cubicBezTo>
                      <a:pt x="3427" y="251"/>
                      <a:pt x="3174" y="1"/>
                      <a:pt x="2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2" name="Google Shape;202;p23"/>
              <p:cNvSpPr/>
              <p:nvPr/>
            </p:nvSpPr>
            <p:spPr>
              <a:xfrm>
                <a:off x="3471225" y="2152075"/>
                <a:ext cx="84725" cy="264250"/>
              </a:xfrm>
              <a:custGeom>
                <a:rect b="b" l="l" r="r" t="t"/>
                <a:pathLst>
                  <a:path extrusionOk="0" h="10570" w="3389">
                    <a:moveTo>
                      <a:pt x="563" y="0"/>
                    </a:moveTo>
                    <a:cubicBezTo>
                      <a:pt x="253" y="0"/>
                      <a:pt x="0" y="250"/>
                      <a:pt x="0" y="563"/>
                    </a:cubicBezTo>
                    <a:lnTo>
                      <a:pt x="0" y="10003"/>
                    </a:lnTo>
                    <a:cubicBezTo>
                      <a:pt x="0" y="10317"/>
                      <a:pt x="253" y="10570"/>
                      <a:pt x="563" y="10570"/>
                    </a:cubicBezTo>
                    <a:lnTo>
                      <a:pt x="2822" y="10570"/>
                    </a:lnTo>
                    <a:cubicBezTo>
                      <a:pt x="3135" y="10570"/>
                      <a:pt x="3388" y="10317"/>
                      <a:pt x="3388" y="10003"/>
                    </a:cubicBezTo>
                    <a:lnTo>
                      <a:pt x="3388" y="563"/>
                    </a:lnTo>
                    <a:cubicBezTo>
                      <a:pt x="3388" y="250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3" name="Google Shape;203;p23"/>
              <p:cNvSpPr/>
              <p:nvPr/>
            </p:nvSpPr>
            <p:spPr>
              <a:xfrm>
                <a:off x="3584150" y="2093500"/>
                <a:ext cx="84700" cy="322825"/>
              </a:xfrm>
              <a:custGeom>
                <a:rect b="b" l="l" r="r" t="t"/>
                <a:pathLst>
                  <a:path extrusionOk="0" h="12913" w="3388">
                    <a:moveTo>
                      <a:pt x="563" y="0"/>
                    </a:moveTo>
                    <a:cubicBezTo>
                      <a:pt x="253" y="0"/>
                      <a:pt x="0" y="253"/>
                      <a:pt x="0" y="566"/>
                    </a:cubicBezTo>
                    <a:lnTo>
                      <a:pt x="0" y="12346"/>
                    </a:lnTo>
                    <a:cubicBezTo>
                      <a:pt x="0" y="12660"/>
                      <a:pt x="253" y="12913"/>
                      <a:pt x="563" y="12913"/>
                    </a:cubicBezTo>
                    <a:lnTo>
                      <a:pt x="2822" y="12913"/>
                    </a:lnTo>
                    <a:cubicBezTo>
                      <a:pt x="3135" y="12913"/>
                      <a:pt x="3388" y="12660"/>
                      <a:pt x="3388" y="12346"/>
                    </a:cubicBezTo>
                    <a:lnTo>
                      <a:pt x="3388" y="566"/>
                    </a:lnTo>
                    <a:cubicBezTo>
                      <a:pt x="3388" y="253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204" name="Google Shape;204;p23"/>
            <p:cNvSpPr/>
            <p:nvPr/>
          </p:nvSpPr>
          <p:spPr>
            <a:xfrm>
              <a:off x="7040399" y="3082527"/>
              <a:ext cx="563400" cy="77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7040399" y="3195879"/>
              <a:ext cx="563400" cy="296100"/>
            </a:xfrm>
            <a:prstGeom prst="roundRect">
              <a:avLst>
                <a:gd fmla="val 1727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23"/>
          <p:cNvGrpSpPr/>
          <p:nvPr/>
        </p:nvGrpSpPr>
        <p:grpSpPr>
          <a:xfrm>
            <a:off x="7274726" y="2037999"/>
            <a:ext cx="554810" cy="554809"/>
            <a:chOff x="6810900" y="2169125"/>
            <a:chExt cx="587100" cy="587100"/>
          </a:xfrm>
        </p:grpSpPr>
        <p:sp>
          <p:nvSpPr>
            <p:cNvPr id="207" name="Google Shape;207;p23"/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" name="Google Shape;209;p23"/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210" name="Google Shape;210;p23"/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rect b="b" l="l" r="r" t="t"/>
                <a:pathLst>
                  <a:path extrusionOk="0" h="4916" w="5073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3"/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rect b="b" l="l" r="r" t="t"/>
                <a:pathLst>
                  <a:path extrusionOk="0" h="9958" w="9925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2" name="Google Shape;212;p23"/>
          <p:cNvSpPr/>
          <p:nvPr/>
        </p:nvSpPr>
        <p:spPr>
          <a:xfrm>
            <a:off x="5352500" y="3780724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8309725" y="2301100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8260675" y="2487800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6439275" y="3534425"/>
            <a:ext cx="105900" cy="1059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6033100" y="173452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23"/>
          <p:cNvGrpSpPr/>
          <p:nvPr/>
        </p:nvGrpSpPr>
        <p:grpSpPr>
          <a:xfrm>
            <a:off x="6574147" y="1248648"/>
            <a:ext cx="671666" cy="1052456"/>
            <a:chOff x="4572004" y="-1734319"/>
            <a:chExt cx="753157" cy="1180147"/>
          </a:xfrm>
        </p:grpSpPr>
        <p:sp>
          <p:nvSpPr>
            <p:cNvPr id="218" name="Google Shape;218;p23"/>
            <p:cNvSpPr/>
            <p:nvPr/>
          </p:nvSpPr>
          <p:spPr>
            <a:xfrm>
              <a:off x="4797599" y="-744920"/>
              <a:ext cx="301993" cy="190748"/>
            </a:xfrm>
            <a:custGeom>
              <a:rect b="b" l="l" r="r" t="t"/>
              <a:pathLst>
                <a:path extrusionOk="0" h="14369" w="22749">
                  <a:moveTo>
                    <a:pt x="1" y="0"/>
                  </a:moveTo>
                  <a:lnTo>
                    <a:pt x="1" y="2993"/>
                  </a:lnTo>
                  <a:cubicBezTo>
                    <a:pt x="1" y="9275"/>
                    <a:pt x="5092" y="14369"/>
                    <a:pt x="11373" y="14369"/>
                  </a:cubicBezTo>
                  <a:cubicBezTo>
                    <a:pt x="17655" y="14369"/>
                    <a:pt x="22749" y="9275"/>
                    <a:pt x="22749" y="2993"/>
                  </a:cubicBezTo>
                  <a:lnTo>
                    <a:pt x="2274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3"/>
            <p:cNvSpPr/>
            <p:nvPr/>
          </p:nvSpPr>
          <p:spPr>
            <a:xfrm>
              <a:off x="4572004" y="-1734319"/>
              <a:ext cx="753157" cy="938835"/>
            </a:xfrm>
            <a:custGeom>
              <a:rect b="b" l="l" r="r" t="t"/>
              <a:pathLst>
                <a:path extrusionOk="0" h="70722" w="56735">
                  <a:moveTo>
                    <a:pt x="28368" y="1"/>
                  </a:moveTo>
                  <a:cubicBezTo>
                    <a:pt x="28153" y="1"/>
                    <a:pt x="27937" y="3"/>
                    <a:pt x="27721" y="8"/>
                  </a:cubicBezTo>
                  <a:cubicBezTo>
                    <a:pt x="12224" y="354"/>
                    <a:pt x="0" y="12867"/>
                    <a:pt x="0" y="28368"/>
                  </a:cubicBezTo>
                  <a:cubicBezTo>
                    <a:pt x="0" y="36702"/>
                    <a:pt x="3596" y="44193"/>
                    <a:pt x="9319" y="49381"/>
                  </a:cubicBezTo>
                  <a:cubicBezTo>
                    <a:pt x="13238" y="52933"/>
                    <a:pt x="15525" y="57934"/>
                    <a:pt x="15525" y="63221"/>
                  </a:cubicBezTo>
                  <a:lnTo>
                    <a:pt x="15525" y="70721"/>
                  </a:lnTo>
                  <a:lnTo>
                    <a:pt x="41210" y="70721"/>
                  </a:lnTo>
                  <a:lnTo>
                    <a:pt x="41210" y="63221"/>
                  </a:lnTo>
                  <a:cubicBezTo>
                    <a:pt x="41210" y="57934"/>
                    <a:pt x="43500" y="52930"/>
                    <a:pt x="47418" y="49379"/>
                  </a:cubicBezTo>
                  <a:cubicBezTo>
                    <a:pt x="53139" y="44191"/>
                    <a:pt x="56735" y="36702"/>
                    <a:pt x="56735" y="28368"/>
                  </a:cubicBezTo>
                  <a:cubicBezTo>
                    <a:pt x="56735" y="12701"/>
                    <a:pt x="44035" y="1"/>
                    <a:pt x="283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4830229" y="-1239613"/>
              <a:ext cx="236733" cy="392568"/>
            </a:xfrm>
            <a:custGeom>
              <a:rect b="b" l="l" r="r" t="t"/>
              <a:pathLst>
                <a:path extrusionOk="0" h="29572" w="17833">
                  <a:moveTo>
                    <a:pt x="705" y="1"/>
                  </a:moveTo>
                  <a:cubicBezTo>
                    <a:pt x="604" y="1"/>
                    <a:pt x="501" y="23"/>
                    <a:pt x="407" y="70"/>
                  </a:cubicBezTo>
                  <a:cubicBezTo>
                    <a:pt x="146" y="202"/>
                    <a:pt x="0" y="486"/>
                    <a:pt x="47" y="774"/>
                  </a:cubicBezTo>
                  <a:lnTo>
                    <a:pt x="4549" y="29008"/>
                  </a:lnTo>
                  <a:cubicBezTo>
                    <a:pt x="4601" y="29335"/>
                    <a:pt x="4879" y="29571"/>
                    <a:pt x="5201" y="29571"/>
                  </a:cubicBezTo>
                  <a:cubicBezTo>
                    <a:pt x="5238" y="29571"/>
                    <a:pt x="5275" y="29568"/>
                    <a:pt x="5313" y="29562"/>
                  </a:cubicBezTo>
                  <a:cubicBezTo>
                    <a:pt x="5678" y="29504"/>
                    <a:pt x="5927" y="29163"/>
                    <a:pt x="5867" y="28798"/>
                  </a:cubicBezTo>
                  <a:lnTo>
                    <a:pt x="1678" y="2533"/>
                  </a:lnTo>
                  <a:lnTo>
                    <a:pt x="1678" y="2533"/>
                  </a:lnTo>
                  <a:cubicBezTo>
                    <a:pt x="1997" y="2725"/>
                    <a:pt x="2367" y="2819"/>
                    <a:pt x="2739" y="2819"/>
                  </a:cubicBezTo>
                  <a:cubicBezTo>
                    <a:pt x="3299" y="2819"/>
                    <a:pt x="3862" y="2606"/>
                    <a:pt x="4263" y="2191"/>
                  </a:cubicBezTo>
                  <a:cubicBezTo>
                    <a:pt x="4407" y="2043"/>
                    <a:pt x="4608" y="1968"/>
                    <a:pt x="4809" y="1968"/>
                  </a:cubicBezTo>
                  <a:cubicBezTo>
                    <a:pt x="5009" y="1968"/>
                    <a:pt x="5210" y="2043"/>
                    <a:pt x="5355" y="2191"/>
                  </a:cubicBezTo>
                  <a:cubicBezTo>
                    <a:pt x="5754" y="2604"/>
                    <a:pt x="6289" y="2831"/>
                    <a:pt x="6861" y="2831"/>
                  </a:cubicBezTo>
                  <a:cubicBezTo>
                    <a:pt x="7434" y="2831"/>
                    <a:pt x="7969" y="2604"/>
                    <a:pt x="8368" y="2191"/>
                  </a:cubicBezTo>
                  <a:cubicBezTo>
                    <a:pt x="8513" y="2043"/>
                    <a:pt x="8713" y="1968"/>
                    <a:pt x="8914" y="1968"/>
                  </a:cubicBezTo>
                  <a:cubicBezTo>
                    <a:pt x="9115" y="1968"/>
                    <a:pt x="9316" y="2043"/>
                    <a:pt x="9460" y="2191"/>
                  </a:cubicBezTo>
                  <a:cubicBezTo>
                    <a:pt x="9465" y="2196"/>
                    <a:pt x="9469" y="2201"/>
                    <a:pt x="9474" y="2208"/>
                  </a:cubicBezTo>
                  <a:cubicBezTo>
                    <a:pt x="9871" y="2610"/>
                    <a:pt x="10418" y="2811"/>
                    <a:pt x="10965" y="2811"/>
                  </a:cubicBezTo>
                  <a:cubicBezTo>
                    <a:pt x="11520" y="2811"/>
                    <a:pt x="12075" y="2605"/>
                    <a:pt x="12474" y="2191"/>
                  </a:cubicBezTo>
                  <a:cubicBezTo>
                    <a:pt x="12619" y="2042"/>
                    <a:pt x="12819" y="1967"/>
                    <a:pt x="13020" y="1967"/>
                  </a:cubicBezTo>
                  <a:cubicBezTo>
                    <a:pt x="13221" y="1967"/>
                    <a:pt x="13422" y="2042"/>
                    <a:pt x="13568" y="2194"/>
                  </a:cubicBezTo>
                  <a:cubicBezTo>
                    <a:pt x="13969" y="2608"/>
                    <a:pt x="14533" y="2821"/>
                    <a:pt x="15092" y="2821"/>
                  </a:cubicBezTo>
                  <a:cubicBezTo>
                    <a:pt x="15465" y="2821"/>
                    <a:pt x="15835" y="2726"/>
                    <a:pt x="16155" y="2533"/>
                  </a:cubicBezTo>
                  <a:lnTo>
                    <a:pt x="16155" y="2533"/>
                  </a:lnTo>
                  <a:lnTo>
                    <a:pt x="11966" y="28798"/>
                  </a:lnTo>
                  <a:cubicBezTo>
                    <a:pt x="11906" y="29163"/>
                    <a:pt x="12156" y="29504"/>
                    <a:pt x="12520" y="29562"/>
                  </a:cubicBezTo>
                  <a:cubicBezTo>
                    <a:pt x="12555" y="29569"/>
                    <a:pt x="12589" y="29571"/>
                    <a:pt x="12626" y="29571"/>
                  </a:cubicBezTo>
                  <a:cubicBezTo>
                    <a:pt x="12947" y="29571"/>
                    <a:pt x="13231" y="29338"/>
                    <a:pt x="13284" y="29008"/>
                  </a:cubicBezTo>
                  <a:lnTo>
                    <a:pt x="17787" y="774"/>
                  </a:lnTo>
                  <a:cubicBezTo>
                    <a:pt x="17833" y="486"/>
                    <a:pt x="17687" y="202"/>
                    <a:pt x="17427" y="70"/>
                  </a:cubicBezTo>
                  <a:cubicBezTo>
                    <a:pt x="17332" y="23"/>
                    <a:pt x="17230" y="1"/>
                    <a:pt x="17129" y="1"/>
                  </a:cubicBezTo>
                  <a:cubicBezTo>
                    <a:pt x="16952" y="1"/>
                    <a:pt x="16778" y="71"/>
                    <a:pt x="16649" y="204"/>
                  </a:cubicBezTo>
                  <a:lnTo>
                    <a:pt x="15620" y="1264"/>
                  </a:lnTo>
                  <a:cubicBezTo>
                    <a:pt x="15475" y="1414"/>
                    <a:pt x="15275" y="1489"/>
                    <a:pt x="15074" y="1489"/>
                  </a:cubicBezTo>
                  <a:cubicBezTo>
                    <a:pt x="14874" y="1489"/>
                    <a:pt x="14672" y="1414"/>
                    <a:pt x="14526" y="1261"/>
                  </a:cubicBezTo>
                  <a:cubicBezTo>
                    <a:pt x="14126" y="851"/>
                    <a:pt x="13573" y="645"/>
                    <a:pt x="13020" y="645"/>
                  </a:cubicBezTo>
                  <a:cubicBezTo>
                    <a:pt x="12467" y="645"/>
                    <a:pt x="11913" y="851"/>
                    <a:pt x="11514" y="1264"/>
                  </a:cubicBezTo>
                  <a:cubicBezTo>
                    <a:pt x="11370" y="1412"/>
                    <a:pt x="11169" y="1487"/>
                    <a:pt x="10968" y="1487"/>
                  </a:cubicBezTo>
                  <a:cubicBezTo>
                    <a:pt x="10767" y="1487"/>
                    <a:pt x="10565" y="1412"/>
                    <a:pt x="10420" y="1264"/>
                  </a:cubicBezTo>
                  <a:lnTo>
                    <a:pt x="10406" y="1250"/>
                  </a:lnTo>
                  <a:cubicBezTo>
                    <a:pt x="10010" y="847"/>
                    <a:pt x="9463" y="646"/>
                    <a:pt x="8916" y="646"/>
                  </a:cubicBezTo>
                  <a:cubicBezTo>
                    <a:pt x="8362" y="646"/>
                    <a:pt x="7808" y="852"/>
                    <a:pt x="7408" y="1264"/>
                  </a:cubicBezTo>
                  <a:cubicBezTo>
                    <a:pt x="7264" y="1413"/>
                    <a:pt x="7064" y="1488"/>
                    <a:pt x="6863" y="1488"/>
                  </a:cubicBezTo>
                  <a:cubicBezTo>
                    <a:pt x="6661" y="1488"/>
                    <a:pt x="6459" y="1413"/>
                    <a:pt x="6315" y="1264"/>
                  </a:cubicBezTo>
                  <a:cubicBezTo>
                    <a:pt x="5917" y="852"/>
                    <a:pt x="5363" y="647"/>
                    <a:pt x="4810" y="647"/>
                  </a:cubicBezTo>
                  <a:cubicBezTo>
                    <a:pt x="4256" y="647"/>
                    <a:pt x="3701" y="853"/>
                    <a:pt x="3303" y="1264"/>
                  </a:cubicBezTo>
                  <a:cubicBezTo>
                    <a:pt x="3159" y="1412"/>
                    <a:pt x="2958" y="1487"/>
                    <a:pt x="2757" y="1487"/>
                  </a:cubicBezTo>
                  <a:cubicBezTo>
                    <a:pt x="2556" y="1487"/>
                    <a:pt x="2356" y="1412"/>
                    <a:pt x="2211" y="1264"/>
                  </a:cubicBezTo>
                  <a:lnTo>
                    <a:pt x="1184" y="204"/>
                  </a:lnTo>
                  <a:cubicBezTo>
                    <a:pt x="1057" y="71"/>
                    <a:pt x="882" y="1"/>
                    <a:pt x="7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4650738" y="-1651230"/>
              <a:ext cx="306732" cy="306745"/>
            </a:xfrm>
            <a:custGeom>
              <a:rect b="b" l="l" r="r" t="t"/>
              <a:pathLst>
                <a:path extrusionOk="0" h="23107" w="23106">
                  <a:moveTo>
                    <a:pt x="22436" y="1"/>
                  </a:moveTo>
                  <a:cubicBezTo>
                    <a:pt x="10064" y="1"/>
                    <a:pt x="0" y="10067"/>
                    <a:pt x="0" y="22439"/>
                  </a:cubicBezTo>
                  <a:cubicBezTo>
                    <a:pt x="0" y="22809"/>
                    <a:pt x="298" y="23106"/>
                    <a:pt x="667" y="23106"/>
                  </a:cubicBezTo>
                  <a:cubicBezTo>
                    <a:pt x="1036" y="23106"/>
                    <a:pt x="1334" y="22809"/>
                    <a:pt x="1334" y="22439"/>
                  </a:cubicBezTo>
                  <a:cubicBezTo>
                    <a:pt x="1334" y="10804"/>
                    <a:pt x="10801" y="1337"/>
                    <a:pt x="22436" y="1337"/>
                  </a:cubicBezTo>
                  <a:cubicBezTo>
                    <a:pt x="22806" y="1337"/>
                    <a:pt x="23106" y="1039"/>
                    <a:pt x="23106" y="670"/>
                  </a:cubicBezTo>
                  <a:cubicBezTo>
                    <a:pt x="23106" y="301"/>
                    <a:pt x="22806" y="1"/>
                    <a:pt x="22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3"/>
            <p:cNvSpPr/>
            <p:nvPr/>
          </p:nvSpPr>
          <p:spPr>
            <a:xfrm>
              <a:off x="4745800" y="-812925"/>
              <a:ext cx="405600" cy="354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4745800" y="-777637"/>
              <a:ext cx="405600" cy="354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3"/>
            <p:cNvSpPr/>
            <p:nvPr/>
          </p:nvSpPr>
          <p:spPr>
            <a:xfrm>
              <a:off x="4745800" y="-742200"/>
              <a:ext cx="405600" cy="354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4745800" y="-706912"/>
              <a:ext cx="405600" cy="354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23"/>
          <p:cNvSpPr/>
          <p:nvPr/>
        </p:nvSpPr>
        <p:spPr>
          <a:xfrm>
            <a:off x="8065525" y="1123275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Members</a:t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7560325" y="78231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7692325" y="68740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8018300" y="11695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1089250" y="1411750"/>
            <a:ext cx="6513900" cy="27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Char char="●"/>
            </a:pPr>
            <a:r>
              <a:rPr b="1" lang="en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Khine Zin Nyunt </a:t>
            </a:r>
            <a:r>
              <a:rPr lang="en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			</a:t>
            </a:r>
            <a:r>
              <a:rPr lang="en" sz="18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4SE - 1229</a:t>
            </a:r>
            <a:endParaRPr sz="18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Char char="●"/>
            </a:pPr>
            <a:r>
              <a:rPr b="1" lang="en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Paing Zay Khant</a:t>
            </a:r>
            <a:r>
              <a:rPr lang="en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			</a:t>
            </a:r>
            <a:r>
              <a:rPr lang="en" sz="18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4SE - 1242</a:t>
            </a:r>
            <a:endParaRPr sz="18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Char char="●"/>
            </a:pPr>
            <a:r>
              <a:rPr b="1" lang="en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Htet Arkar Oo </a:t>
            </a:r>
            <a:r>
              <a:rPr lang="en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			</a:t>
            </a:r>
            <a:r>
              <a:rPr lang="en" sz="18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4SE - 1084</a:t>
            </a:r>
            <a:endParaRPr sz="18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 txBox="1"/>
          <p:nvPr>
            <p:ph type="title"/>
          </p:nvPr>
        </p:nvSpPr>
        <p:spPr>
          <a:xfrm>
            <a:off x="715100" y="1199200"/>
            <a:ext cx="6492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1364300" y="1199200"/>
            <a:ext cx="70647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→</a:t>
            </a:r>
            <a:endParaRPr/>
          </a:p>
        </p:txBody>
      </p:sp>
      <p:sp>
        <p:nvSpPr>
          <p:cNvPr id="242" name="Google Shape;242;p25"/>
          <p:cNvSpPr txBox="1"/>
          <p:nvPr>
            <p:ph idx="2"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43" name="Google Shape;243;p25"/>
          <p:cNvSpPr txBox="1"/>
          <p:nvPr>
            <p:ph idx="3" type="title"/>
          </p:nvPr>
        </p:nvSpPr>
        <p:spPr>
          <a:xfrm>
            <a:off x="715100" y="1723000"/>
            <a:ext cx="6492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44" name="Google Shape;244;p25"/>
          <p:cNvSpPr txBox="1"/>
          <p:nvPr>
            <p:ph idx="4" type="subTitle"/>
          </p:nvPr>
        </p:nvSpPr>
        <p:spPr>
          <a:xfrm>
            <a:off x="1364300" y="1723000"/>
            <a:ext cx="70647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r>
              <a:rPr lang="en"/>
              <a:t> →</a:t>
            </a:r>
            <a:endParaRPr/>
          </a:p>
        </p:txBody>
      </p:sp>
      <p:sp>
        <p:nvSpPr>
          <p:cNvPr id="245" name="Google Shape;245;p25"/>
          <p:cNvSpPr txBox="1"/>
          <p:nvPr>
            <p:ph idx="5" type="title"/>
          </p:nvPr>
        </p:nvSpPr>
        <p:spPr>
          <a:xfrm>
            <a:off x="715100" y="2246800"/>
            <a:ext cx="6492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46" name="Google Shape;246;p25"/>
          <p:cNvSpPr txBox="1"/>
          <p:nvPr>
            <p:ph idx="6" type="subTitle"/>
          </p:nvPr>
        </p:nvSpPr>
        <p:spPr>
          <a:xfrm>
            <a:off x="1364300" y="2246800"/>
            <a:ext cx="70647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for Teams</a:t>
            </a:r>
            <a:r>
              <a:rPr lang="en"/>
              <a:t> →</a:t>
            </a:r>
            <a:endParaRPr/>
          </a:p>
        </p:txBody>
      </p:sp>
      <p:sp>
        <p:nvSpPr>
          <p:cNvPr id="247" name="Google Shape;247;p25"/>
          <p:cNvSpPr txBox="1"/>
          <p:nvPr>
            <p:ph idx="7" type="title"/>
          </p:nvPr>
        </p:nvSpPr>
        <p:spPr>
          <a:xfrm>
            <a:off x="715100" y="2770600"/>
            <a:ext cx="6492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48" name="Google Shape;248;p25"/>
          <p:cNvSpPr txBox="1"/>
          <p:nvPr>
            <p:ph idx="8" type="subTitle"/>
          </p:nvPr>
        </p:nvSpPr>
        <p:spPr>
          <a:xfrm>
            <a:off x="1364300" y="2770600"/>
            <a:ext cx="70647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and Case S</a:t>
            </a:r>
            <a:r>
              <a:rPr lang="en"/>
              <a:t>tudies</a:t>
            </a:r>
            <a:r>
              <a:rPr lang="en"/>
              <a:t> →</a:t>
            </a:r>
            <a:endParaRPr/>
          </a:p>
        </p:txBody>
      </p:sp>
      <p:sp>
        <p:nvSpPr>
          <p:cNvPr id="249" name="Google Shape;249;p25"/>
          <p:cNvSpPr txBox="1"/>
          <p:nvPr>
            <p:ph idx="9" type="title"/>
          </p:nvPr>
        </p:nvSpPr>
        <p:spPr>
          <a:xfrm>
            <a:off x="715100" y="3294400"/>
            <a:ext cx="6492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50" name="Google Shape;250;p25"/>
          <p:cNvSpPr txBox="1"/>
          <p:nvPr>
            <p:ph idx="13" type="subTitle"/>
          </p:nvPr>
        </p:nvSpPr>
        <p:spPr>
          <a:xfrm>
            <a:off x="1364300" y="3294400"/>
            <a:ext cx="70647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with Other DevOps Tools</a:t>
            </a:r>
            <a:r>
              <a:rPr lang="en"/>
              <a:t> →</a:t>
            </a:r>
            <a:endParaRPr/>
          </a:p>
        </p:txBody>
      </p:sp>
      <p:sp>
        <p:nvSpPr>
          <p:cNvPr id="251" name="Google Shape;251;p25"/>
          <p:cNvSpPr txBox="1"/>
          <p:nvPr>
            <p:ph idx="14" type="title"/>
          </p:nvPr>
        </p:nvSpPr>
        <p:spPr>
          <a:xfrm>
            <a:off x="715100" y="3818200"/>
            <a:ext cx="6492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52" name="Google Shape;252;p25"/>
          <p:cNvSpPr txBox="1"/>
          <p:nvPr>
            <p:ph idx="15" type="subTitle"/>
          </p:nvPr>
        </p:nvSpPr>
        <p:spPr>
          <a:xfrm>
            <a:off x="1364300" y="3818200"/>
            <a:ext cx="70647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r>
              <a:rPr lang="en"/>
              <a:t> →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7048850" y="3331325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25"/>
          <p:cNvGrpSpPr/>
          <p:nvPr/>
        </p:nvGrpSpPr>
        <p:grpSpPr>
          <a:xfrm>
            <a:off x="7277540" y="3456026"/>
            <a:ext cx="835737" cy="835737"/>
            <a:chOff x="7774163" y="804325"/>
            <a:chExt cx="587100" cy="587100"/>
          </a:xfrm>
        </p:grpSpPr>
        <p:sp>
          <p:nvSpPr>
            <p:cNvPr id="255" name="Google Shape;255;p25"/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5"/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25"/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258" name="Google Shape;258;p25"/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rect b="b" l="l" r="r" t="t"/>
                <a:pathLst>
                  <a:path extrusionOk="0" h="3498" w="4915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5"/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rect b="b" l="l" r="r" t="t"/>
                <a:pathLst>
                  <a:path extrusionOk="0" h="1419" w="4915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5"/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rect b="b" l="l" r="r" t="t"/>
                <a:pathLst>
                  <a:path extrusionOk="0" h="1419" w="4915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5"/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rect b="b" l="l" r="r" t="t"/>
                <a:pathLst>
                  <a:path extrusionOk="0" h="2774" w="6365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5"/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rect b="b" l="l" r="r" t="t"/>
                <a:pathLst>
                  <a:path extrusionOk="0" h="6365" w="10587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3" name="Google Shape;263;p25"/>
          <p:cNvSpPr/>
          <p:nvPr/>
        </p:nvSpPr>
        <p:spPr>
          <a:xfrm>
            <a:off x="6902850" y="2629688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7089750" y="279692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25"/>
          <p:cNvGrpSpPr/>
          <p:nvPr/>
        </p:nvGrpSpPr>
        <p:grpSpPr>
          <a:xfrm>
            <a:off x="7558464" y="2451050"/>
            <a:ext cx="554809" cy="554809"/>
            <a:chOff x="5724800" y="2169125"/>
            <a:chExt cx="587100" cy="587100"/>
          </a:xfrm>
        </p:grpSpPr>
        <p:sp>
          <p:nvSpPr>
            <p:cNvPr id="266" name="Google Shape;266;p25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25"/>
          <p:cNvSpPr/>
          <p:nvPr/>
        </p:nvSpPr>
        <p:spPr>
          <a:xfrm>
            <a:off x="8113275" y="324145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>
            <p:ph type="title"/>
          </p:nvPr>
        </p:nvSpPr>
        <p:spPr>
          <a:xfrm>
            <a:off x="909050" y="2267588"/>
            <a:ext cx="4812600" cy="9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→</a:t>
            </a:r>
            <a:endParaRPr/>
          </a:p>
        </p:txBody>
      </p:sp>
      <p:sp>
        <p:nvSpPr>
          <p:cNvPr id="275" name="Google Shape;275;p26"/>
          <p:cNvSpPr txBox="1"/>
          <p:nvPr>
            <p:ph idx="2" type="title"/>
          </p:nvPr>
        </p:nvSpPr>
        <p:spPr>
          <a:xfrm>
            <a:off x="909050" y="1162713"/>
            <a:ext cx="4812600" cy="11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 </a:t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7568925" y="1295750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6381275" y="136036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6513275" y="126545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26"/>
          <p:cNvGrpSpPr/>
          <p:nvPr/>
        </p:nvGrpSpPr>
        <p:grpSpPr>
          <a:xfrm>
            <a:off x="7125139" y="2016949"/>
            <a:ext cx="554809" cy="554809"/>
            <a:chOff x="5724800" y="2169125"/>
            <a:chExt cx="587100" cy="587100"/>
          </a:xfrm>
        </p:grpSpPr>
        <p:sp>
          <p:nvSpPr>
            <p:cNvPr id="280" name="Google Shape;280;p26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26"/>
          <p:cNvSpPr/>
          <p:nvPr/>
        </p:nvSpPr>
        <p:spPr>
          <a:xfrm>
            <a:off x="6839250" y="17814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26"/>
          <p:cNvGrpSpPr/>
          <p:nvPr/>
        </p:nvGrpSpPr>
        <p:grpSpPr>
          <a:xfrm>
            <a:off x="7125145" y="772239"/>
            <a:ext cx="835737" cy="835737"/>
            <a:chOff x="6810900" y="2169125"/>
            <a:chExt cx="587100" cy="587100"/>
          </a:xfrm>
        </p:grpSpPr>
        <p:sp>
          <p:nvSpPr>
            <p:cNvPr id="285" name="Google Shape;285;p26"/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7" name="Google Shape;287;p26"/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288" name="Google Shape;288;p26"/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rect b="b" l="l" r="r" t="t"/>
                <a:pathLst>
                  <a:path extrusionOk="0" h="4916" w="5073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6"/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rect b="b" l="l" r="r" t="t"/>
                <a:pathLst>
                  <a:path extrusionOk="0" h="9958" w="9925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138" y="840200"/>
            <a:ext cx="76866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Google Shape;299;p28"/>
          <p:cNvGraphicFramePr/>
          <p:nvPr/>
        </p:nvGraphicFramePr>
        <p:xfrm>
          <a:off x="745900" y="55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{53773D29-3C80-4679-A664-0CC083D483ED}</a:tableStyleId>
              </a:tblPr>
              <a:tblGrid>
                <a:gridCol w="3619500"/>
                <a:gridCol w="36195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Benefits of CI/CD</a:t>
                      </a:r>
                      <a:endParaRPr b="1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Faster </a:t>
                      </a:r>
                      <a:r>
                        <a:rPr b="1"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Releases</a:t>
                      </a:r>
                      <a:endParaRPr b="1"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Automates building, testing, and deployment, enabling quicker and more frequent software releases.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Improved Code Quality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Automated testing ensures bugs are caught early, leading to more stable code.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Reduced Manual Work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Automation minimizes human errors and streamlines repetitive tasks like testing and deployment.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Better Collaboration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Encourages regular code merging, enhancing teamwork and reducing integration issues.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Customer Satisfaction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Faster, more reliable releases improve the user experience.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Scalability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Pipelines can handle complex architectures and grow with project needs.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type="title"/>
          </p:nvPr>
        </p:nvSpPr>
        <p:spPr>
          <a:xfrm>
            <a:off x="715100" y="980700"/>
            <a:ext cx="38568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Buddy?</a:t>
            </a:r>
            <a:endParaRPr/>
          </a:p>
        </p:txBody>
      </p:sp>
      <p:sp>
        <p:nvSpPr>
          <p:cNvPr id="305" name="Google Shape;305;p29"/>
          <p:cNvSpPr txBox="1"/>
          <p:nvPr>
            <p:ph idx="1" type="body"/>
          </p:nvPr>
        </p:nvSpPr>
        <p:spPr>
          <a:xfrm>
            <a:off x="715100" y="2234450"/>
            <a:ext cx="3856800" cy="13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</a:t>
            </a:r>
            <a:r>
              <a:rPr b="1" lang="en" sz="2000"/>
              <a:t>utomation platform</a:t>
            </a:r>
            <a:r>
              <a:rPr lang="en"/>
              <a:t> that streamlines DevOps workflows by simplifying CI/CD processes.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powerful </a:t>
            </a:r>
            <a:r>
              <a:rPr b="1" lang="en"/>
              <a:t>CI/CD tool</a:t>
            </a:r>
            <a:r>
              <a:rPr lang="en"/>
              <a:t> that simplifies automation for building, testing, and deploying software.</a:t>
            </a:r>
            <a:endParaRPr/>
          </a:p>
        </p:txBody>
      </p:sp>
      <p:pic>
        <p:nvPicPr>
          <p:cNvPr id="306" name="Google Shape;306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2502" r="12495" t="0"/>
          <a:stretch/>
        </p:blipFill>
        <p:spPr>
          <a:xfrm>
            <a:off x="4894575" y="966150"/>
            <a:ext cx="3211200" cy="3211200"/>
          </a:xfrm>
          <a:prstGeom prst="ellipse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7" name="Google Shape;307;p29"/>
          <p:cNvSpPr/>
          <p:nvPr/>
        </p:nvSpPr>
        <p:spPr>
          <a:xfrm>
            <a:off x="8064975" y="1291800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9"/>
          <p:cNvSpPr/>
          <p:nvPr/>
        </p:nvSpPr>
        <p:spPr>
          <a:xfrm>
            <a:off x="5173900" y="3552650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9"/>
          <p:cNvSpPr/>
          <p:nvPr/>
        </p:nvSpPr>
        <p:spPr>
          <a:xfrm>
            <a:off x="7325900" y="109020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/>
          <p:nvPr/>
        </p:nvSpPr>
        <p:spPr>
          <a:xfrm>
            <a:off x="5173900" y="380557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2825" y="1090200"/>
            <a:ext cx="1874425" cy="18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>
            <p:ph type="title"/>
          </p:nvPr>
        </p:nvSpPr>
        <p:spPr>
          <a:xfrm>
            <a:off x="4197850" y="896150"/>
            <a:ext cx="4066200" cy="7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Developers</a:t>
            </a:r>
            <a:r>
              <a:rPr lang="en"/>
              <a:t> </a:t>
            </a:r>
            <a:endParaRPr/>
          </a:p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4197850" y="2085350"/>
            <a:ext cx="4066200" cy="7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Designers</a:t>
            </a:r>
            <a:endParaRPr/>
          </a:p>
        </p:txBody>
      </p:sp>
      <p:sp>
        <p:nvSpPr>
          <p:cNvPr id="318" name="Google Shape;318;p30"/>
          <p:cNvSpPr txBox="1"/>
          <p:nvPr>
            <p:ph idx="4" type="title"/>
          </p:nvPr>
        </p:nvSpPr>
        <p:spPr>
          <a:xfrm>
            <a:off x="4197850" y="3274550"/>
            <a:ext cx="4066200" cy="7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QA Team</a:t>
            </a:r>
            <a:r>
              <a:rPr lang="en"/>
              <a:t> 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809750" y="1251225"/>
            <a:ext cx="2751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Target </a:t>
            </a:r>
            <a:endParaRPr b="1"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Users</a:t>
            </a:r>
            <a:endParaRPr b="1"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320" name="Google Shape;320;p30"/>
          <p:cNvGrpSpPr/>
          <p:nvPr/>
        </p:nvGrpSpPr>
        <p:grpSpPr>
          <a:xfrm>
            <a:off x="644371" y="2891675"/>
            <a:ext cx="3689629" cy="615600"/>
            <a:chOff x="644371" y="2891675"/>
            <a:chExt cx="3689629" cy="615600"/>
          </a:xfrm>
        </p:grpSpPr>
        <p:grpSp>
          <p:nvGrpSpPr>
            <p:cNvPr id="321" name="Google Shape;321;p30"/>
            <p:cNvGrpSpPr/>
            <p:nvPr/>
          </p:nvGrpSpPr>
          <p:grpSpPr>
            <a:xfrm>
              <a:off x="644371" y="2914830"/>
              <a:ext cx="3517525" cy="569299"/>
              <a:chOff x="4404545" y="3301592"/>
              <a:chExt cx="782403" cy="129272"/>
            </a:xfrm>
          </p:grpSpPr>
          <p:sp>
            <p:nvSpPr>
              <p:cNvPr id="322" name="Google Shape;322;p30"/>
              <p:cNvSpPr/>
              <p:nvPr/>
            </p:nvSpPr>
            <p:spPr>
              <a:xfrm>
                <a:off x="4404545" y="3301592"/>
                <a:ext cx="782403" cy="129272"/>
              </a:xfrm>
              <a:custGeom>
                <a:rect b="b" l="l" r="r" t="t"/>
                <a:pathLst>
                  <a:path extrusionOk="0" h="2863" w="17328">
                    <a:moveTo>
                      <a:pt x="1432" y="1"/>
                    </a:moveTo>
                    <a:cubicBezTo>
                      <a:pt x="641" y="1"/>
                      <a:pt x="1" y="641"/>
                      <a:pt x="2" y="1431"/>
                    </a:cubicBezTo>
                    <a:cubicBezTo>
                      <a:pt x="1" y="2222"/>
                      <a:pt x="641" y="2861"/>
                      <a:pt x="1432" y="2862"/>
                    </a:cubicBezTo>
                    <a:lnTo>
                      <a:pt x="15897" y="2862"/>
                    </a:lnTo>
                    <a:cubicBezTo>
                      <a:pt x="16687" y="2861"/>
                      <a:pt x="17327" y="2222"/>
                      <a:pt x="17327" y="1431"/>
                    </a:cubicBezTo>
                    <a:cubicBezTo>
                      <a:pt x="17327" y="641"/>
                      <a:pt x="16687" y="1"/>
                      <a:pt x="158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30"/>
              <p:cNvSpPr/>
              <p:nvPr/>
            </p:nvSpPr>
            <p:spPr>
              <a:xfrm>
                <a:off x="4416034" y="3308320"/>
                <a:ext cx="120286" cy="115726"/>
              </a:xfrm>
              <a:custGeom>
                <a:rect b="b" l="l" r="r" t="t"/>
                <a:pathLst>
                  <a:path extrusionOk="0" h="2563" w="2664">
                    <a:moveTo>
                      <a:pt x="1382" y="1"/>
                    </a:moveTo>
                    <a:cubicBezTo>
                      <a:pt x="864" y="1"/>
                      <a:pt x="398" y="313"/>
                      <a:pt x="199" y="792"/>
                    </a:cubicBezTo>
                    <a:cubicBezTo>
                      <a:pt x="0" y="1270"/>
                      <a:pt x="109" y="1821"/>
                      <a:pt x="476" y="2188"/>
                    </a:cubicBezTo>
                    <a:cubicBezTo>
                      <a:pt x="721" y="2433"/>
                      <a:pt x="1048" y="2563"/>
                      <a:pt x="1381" y="2563"/>
                    </a:cubicBezTo>
                    <a:cubicBezTo>
                      <a:pt x="1547" y="2563"/>
                      <a:pt x="1713" y="2531"/>
                      <a:pt x="1872" y="2465"/>
                    </a:cubicBezTo>
                    <a:cubicBezTo>
                      <a:pt x="2351" y="2268"/>
                      <a:pt x="2663" y="1800"/>
                      <a:pt x="2663" y="1282"/>
                    </a:cubicBezTo>
                    <a:cubicBezTo>
                      <a:pt x="2663" y="574"/>
                      <a:pt x="2090" y="1"/>
                      <a:pt x="1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4" name="Google Shape;324;p30"/>
            <p:cNvSpPr txBox="1"/>
            <p:nvPr/>
          </p:nvSpPr>
          <p:spPr>
            <a:xfrm>
              <a:off x="1260800" y="2891675"/>
              <a:ext cx="3073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5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collaborate easily with Buddy’s intuitive visual interface</a:t>
              </a:r>
              <a:endParaRPr>
                <a:solidFill>
                  <a:schemeClr val="accent5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325" name="Google Shape;325;p30"/>
            <p:cNvGrpSpPr/>
            <p:nvPr/>
          </p:nvGrpSpPr>
          <p:grpSpPr>
            <a:xfrm>
              <a:off x="784183" y="3038269"/>
              <a:ext cx="325329" cy="343410"/>
              <a:chOff x="-64781025" y="3361050"/>
              <a:chExt cx="317425" cy="315200"/>
            </a:xfrm>
          </p:grpSpPr>
          <p:sp>
            <p:nvSpPr>
              <p:cNvPr id="326" name="Google Shape;326;p30"/>
              <p:cNvSpPr/>
              <p:nvPr/>
            </p:nvSpPr>
            <p:spPr>
              <a:xfrm>
                <a:off x="-64764500" y="3388725"/>
                <a:ext cx="272550" cy="272550"/>
              </a:xfrm>
              <a:custGeom>
                <a:rect b="b" l="l" r="r" t="t"/>
                <a:pathLst>
                  <a:path extrusionOk="0" h="10902" w="10902">
                    <a:moveTo>
                      <a:pt x="6554" y="2647"/>
                    </a:moveTo>
                    <a:cubicBezTo>
                      <a:pt x="6979" y="2647"/>
                      <a:pt x="7404" y="2805"/>
                      <a:pt x="7719" y="3120"/>
                    </a:cubicBezTo>
                    <a:cubicBezTo>
                      <a:pt x="8381" y="3782"/>
                      <a:pt x="8381" y="4821"/>
                      <a:pt x="7751" y="5483"/>
                    </a:cubicBezTo>
                    <a:cubicBezTo>
                      <a:pt x="7436" y="5798"/>
                      <a:pt x="7058" y="5955"/>
                      <a:pt x="6585" y="5955"/>
                    </a:cubicBezTo>
                    <a:cubicBezTo>
                      <a:pt x="6144" y="5955"/>
                      <a:pt x="5703" y="5798"/>
                      <a:pt x="5388" y="5483"/>
                    </a:cubicBezTo>
                    <a:cubicBezTo>
                      <a:pt x="5073" y="5168"/>
                      <a:pt x="4915" y="4758"/>
                      <a:pt x="4915" y="4286"/>
                    </a:cubicBezTo>
                    <a:cubicBezTo>
                      <a:pt x="4915" y="3813"/>
                      <a:pt x="5073" y="3435"/>
                      <a:pt x="5388" y="3120"/>
                    </a:cubicBezTo>
                    <a:cubicBezTo>
                      <a:pt x="5703" y="2805"/>
                      <a:pt x="6128" y="2647"/>
                      <a:pt x="6554" y="2647"/>
                    </a:cubicBezTo>
                    <a:close/>
                    <a:moveTo>
                      <a:pt x="2175" y="6901"/>
                    </a:moveTo>
                    <a:lnTo>
                      <a:pt x="4065" y="8791"/>
                    </a:lnTo>
                    <a:lnTo>
                      <a:pt x="3592" y="9484"/>
                    </a:lnTo>
                    <a:lnTo>
                      <a:pt x="1418" y="7342"/>
                    </a:lnTo>
                    <a:lnTo>
                      <a:pt x="2175" y="6901"/>
                    </a:lnTo>
                    <a:close/>
                    <a:moveTo>
                      <a:pt x="6907" y="1"/>
                    </a:moveTo>
                    <a:cubicBezTo>
                      <a:pt x="6851" y="1"/>
                      <a:pt x="6795" y="11"/>
                      <a:pt x="6743" y="33"/>
                    </a:cubicBezTo>
                    <a:cubicBezTo>
                      <a:pt x="5546" y="663"/>
                      <a:pt x="4474" y="1576"/>
                      <a:pt x="3655" y="2616"/>
                    </a:cubicBezTo>
                    <a:cubicBezTo>
                      <a:pt x="3025" y="3341"/>
                      <a:pt x="2553" y="4223"/>
                      <a:pt x="2175" y="5136"/>
                    </a:cubicBezTo>
                    <a:cubicBezTo>
                      <a:pt x="2048" y="5451"/>
                      <a:pt x="1922" y="5766"/>
                      <a:pt x="1859" y="6050"/>
                    </a:cubicBezTo>
                    <a:lnTo>
                      <a:pt x="505" y="6838"/>
                    </a:lnTo>
                    <a:cubicBezTo>
                      <a:pt x="379" y="6932"/>
                      <a:pt x="316" y="7058"/>
                      <a:pt x="316" y="7184"/>
                    </a:cubicBezTo>
                    <a:cubicBezTo>
                      <a:pt x="316" y="7279"/>
                      <a:pt x="347" y="7405"/>
                      <a:pt x="442" y="7531"/>
                    </a:cubicBezTo>
                    <a:lnTo>
                      <a:pt x="1072" y="8161"/>
                    </a:lnTo>
                    <a:cubicBezTo>
                      <a:pt x="631" y="8696"/>
                      <a:pt x="1" y="9673"/>
                      <a:pt x="1" y="10272"/>
                    </a:cubicBezTo>
                    <a:cubicBezTo>
                      <a:pt x="1" y="10524"/>
                      <a:pt x="64" y="10681"/>
                      <a:pt x="158" y="10744"/>
                    </a:cubicBezTo>
                    <a:cubicBezTo>
                      <a:pt x="221" y="10839"/>
                      <a:pt x="379" y="10902"/>
                      <a:pt x="631" y="10902"/>
                    </a:cubicBezTo>
                    <a:cubicBezTo>
                      <a:pt x="1229" y="10902"/>
                      <a:pt x="2238" y="10240"/>
                      <a:pt x="2742" y="9830"/>
                    </a:cubicBezTo>
                    <a:lnTo>
                      <a:pt x="3372" y="10461"/>
                    </a:lnTo>
                    <a:cubicBezTo>
                      <a:pt x="3466" y="10555"/>
                      <a:pt x="3592" y="10587"/>
                      <a:pt x="3655" y="10587"/>
                    </a:cubicBezTo>
                    <a:lnTo>
                      <a:pt x="3687" y="10587"/>
                    </a:lnTo>
                    <a:cubicBezTo>
                      <a:pt x="3813" y="10587"/>
                      <a:pt x="3939" y="10524"/>
                      <a:pt x="4002" y="10398"/>
                    </a:cubicBezTo>
                    <a:lnTo>
                      <a:pt x="4789" y="9074"/>
                    </a:lnTo>
                    <a:cubicBezTo>
                      <a:pt x="5104" y="8980"/>
                      <a:pt x="5420" y="8854"/>
                      <a:pt x="5735" y="8759"/>
                    </a:cubicBezTo>
                    <a:cubicBezTo>
                      <a:pt x="6648" y="8381"/>
                      <a:pt x="7530" y="7877"/>
                      <a:pt x="8255" y="7279"/>
                    </a:cubicBezTo>
                    <a:cubicBezTo>
                      <a:pt x="9295" y="6459"/>
                      <a:pt x="10208" y="5388"/>
                      <a:pt x="10838" y="4223"/>
                    </a:cubicBezTo>
                    <a:cubicBezTo>
                      <a:pt x="10901" y="4065"/>
                      <a:pt x="10870" y="3876"/>
                      <a:pt x="10744" y="3750"/>
                    </a:cubicBezTo>
                    <a:lnTo>
                      <a:pt x="7215" y="127"/>
                    </a:lnTo>
                    <a:cubicBezTo>
                      <a:pt x="7131" y="43"/>
                      <a:pt x="7019" y="1"/>
                      <a:pt x="69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0"/>
              <p:cNvSpPr/>
              <p:nvPr/>
            </p:nvSpPr>
            <p:spPr>
              <a:xfrm>
                <a:off x="-64568375" y="3361050"/>
                <a:ext cx="104775" cy="105675"/>
              </a:xfrm>
              <a:custGeom>
                <a:rect b="b" l="l" r="r" t="t"/>
                <a:pathLst>
                  <a:path extrusionOk="0" h="4227" w="4191">
                    <a:moveTo>
                      <a:pt x="2941" y="1"/>
                    </a:moveTo>
                    <a:cubicBezTo>
                      <a:pt x="2906" y="1"/>
                      <a:pt x="2871" y="2"/>
                      <a:pt x="2836" y="5"/>
                    </a:cubicBezTo>
                    <a:cubicBezTo>
                      <a:pt x="1828" y="100"/>
                      <a:pt x="883" y="320"/>
                      <a:pt x="0" y="667"/>
                    </a:cubicBezTo>
                    <a:lnTo>
                      <a:pt x="3529" y="4227"/>
                    </a:lnTo>
                    <a:cubicBezTo>
                      <a:pt x="3876" y="3313"/>
                      <a:pt x="4128" y="2368"/>
                      <a:pt x="4191" y="1392"/>
                    </a:cubicBezTo>
                    <a:cubicBezTo>
                      <a:pt x="4191" y="982"/>
                      <a:pt x="4033" y="635"/>
                      <a:pt x="3812" y="352"/>
                    </a:cubicBezTo>
                    <a:cubicBezTo>
                      <a:pt x="3558" y="125"/>
                      <a:pt x="3252" y="1"/>
                      <a:pt x="29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0"/>
              <p:cNvSpPr/>
              <p:nvPr/>
            </p:nvSpPr>
            <p:spPr>
              <a:xfrm>
                <a:off x="-64645575" y="3596675"/>
                <a:ext cx="85100" cy="79575"/>
              </a:xfrm>
              <a:custGeom>
                <a:rect b="b" l="l" r="r" t="t"/>
                <a:pathLst>
                  <a:path extrusionOk="0" h="3183" w="3404">
                    <a:moveTo>
                      <a:pt x="3403" y="0"/>
                    </a:moveTo>
                    <a:lnTo>
                      <a:pt x="3403" y="0"/>
                    </a:lnTo>
                    <a:cubicBezTo>
                      <a:pt x="2710" y="473"/>
                      <a:pt x="2017" y="819"/>
                      <a:pt x="1261" y="1134"/>
                    </a:cubicBezTo>
                    <a:cubicBezTo>
                      <a:pt x="1041" y="1292"/>
                      <a:pt x="726" y="1386"/>
                      <a:pt x="442" y="1449"/>
                    </a:cubicBezTo>
                    <a:cubicBezTo>
                      <a:pt x="347" y="1859"/>
                      <a:pt x="253" y="2237"/>
                      <a:pt x="95" y="2584"/>
                    </a:cubicBezTo>
                    <a:cubicBezTo>
                      <a:pt x="1" y="2741"/>
                      <a:pt x="32" y="2930"/>
                      <a:pt x="158" y="3056"/>
                    </a:cubicBezTo>
                    <a:cubicBezTo>
                      <a:pt x="253" y="3151"/>
                      <a:pt x="347" y="3182"/>
                      <a:pt x="442" y="3182"/>
                    </a:cubicBezTo>
                    <a:cubicBezTo>
                      <a:pt x="505" y="3182"/>
                      <a:pt x="568" y="3182"/>
                      <a:pt x="600" y="3151"/>
                    </a:cubicBezTo>
                    <a:cubicBezTo>
                      <a:pt x="1135" y="2867"/>
                      <a:pt x="1671" y="2521"/>
                      <a:pt x="2080" y="2080"/>
                    </a:cubicBezTo>
                    <a:cubicBezTo>
                      <a:pt x="2679" y="1481"/>
                      <a:pt x="3151" y="756"/>
                      <a:pt x="34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0"/>
              <p:cNvSpPr/>
              <p:nvPr/>
            </p:nvSpPr>
            <p:spPr>
              <a:xfrm>
                <a:off x="-64781025" y="3456475"/>
                <a:ext cx="80350" cy="85075"/>
              </a:xfrm>
              <a:custGeom>
                <a:rect b="b" l="l" r="r" t="t"/>
                <a:pathLst>
                  <a:path extrusionOk="0" h="3403" w="3214">
                    <a:moveTo>
                      <a:pt x="3214" y="0"/>
                    </a:moveTo>
                    <a:cubicBezTo>
                      <a:pt x="2426" y="252"/>
                      <a:pt x="1733" y="725"/>
                      <a:pt x="1134" y="1324"/>
                    </a:cubicBezTo>
                    <a:cubicBezTo>
                      <a:pt x="693" y="1733"/>
                      <a:pt x="347" y="2269"/>
                      <a:pt x="63" y="2804"/>
                    </a:cubicBezTo>
                    <a:cubicBezTo>
                      <a:pt x="0" y="2962"/>
                      <a:pt x="32" y="3151"/>
                      <a:pt x="158" y="3277"/>
                    </a:cubicBezTo>
                    <a:cubicBezTo>
                      <a:pt x="221" y="3371"/>
                      <a:pt x="347" y="3403"/>
                      <a:pt x="410" y="3403"/>
                    </a:cubicBezTo>
                    <a:cubicBezTo>
                      <a:pt x="504" y="3403"/>
                      <a:pt x="536" y="3403"/>
                      <a:pt x="630" y="3371"/>
                    </a:cubicBezTo>
                    <a:cubicBezTo>
                      <a:pt x="977" y="3214"/>
                      <a:pt x="1355" y="3088"/>
                      <a:pt x="1764" y="2993"/>
                    </a:cubicBezTo>
                    <a:cubicBezTo>
                      <a:pt x="1827" y="2678"/>
                      <a:pt x="1953" y="2426"/>
                      <a:pt x="2079" y="2143"/>
                    </a:cubicBezTo>
                    <a:cubicBezTo>
                      <a:pt x="2394" y="1387"/>
                      <a:pt x="2741" y="694"/>
                      <a:pt x="32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"/>
          <p:cNvSpPr txBox="1"/>
          <p:nvPr>
            <p:ph type="title"/>
          </p:nvPr>
        </p:nvSpPr>
        <p:spPr>
          <a:xfrm>
            <a:off x="715100" y="535000"/>
            <a:ext cx="6995700" cy="1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DevOps Automation</a:t>
            </a:r>
            <a:endParaRPr/>
          </a:p>
        </p:txBody>
      </p:sp>
      <p:sp>
        <p:nvSpPr>
          <p:cNvPr id="335" name="Google Shape;335;p31"/>
          <p:cNvSpPr txBox="1"/>
          <p:nvPr>
            <p:ph idx="2" type="subTitle"/>
          </p:nvPr>
        </p:nvSpPr>
        <p:spPr>
          <a:xfrm>
            <a:off x="714800" y="2680300"/>
            <a:ext cx="2486100" cy="14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Handle the complexity of </a:t>
            </a:r>
            <a:r>
              <a:rPr b="1" lang="en" sz="1600"/>
              <a:t>modern software </a:t>
            </a:r>
            <a:r>
              <a:rPr lang="en" sz="1600"/>
              <a:t>development</a:t>
            </a:r>
            <a:endParaRPr sz="1600"/>
          </a:p>
        </p:txBody>
      </p:sp>
      <p:sp>
        <p:nvSpPr>
          <p:cNvPr id="336" name="Google Shape;336;p31"/>
          <p:cNvSpPr txBox="1"/>
          <p:nvPr>
            <p:ph idx="4" type="subTitle"/>
          </p:nvPr>
        </p:nvSpPr>
        <p:spPr>
          <a:xfrm>
            <a:off x="3285800" y="2680300"/>
            <a:ext cx="24861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Faster</a:t>
            </a:r>
            <a:r>
              <a:rPr lang="en" sz="1600"/>
              <a:t> development cycles, </a:t>
            </a:r>
            <a:r>
              <a:rPr b="1" lang="en" sz="1600"/>
              <a:t>improved</a:t>
            </a:r>
            <a:r>
              <a:rPr lang="en" sz="1600"/>
              <a:t> efficiency, and </a:t>
            </a:r>
            <a:r>
              <a:rPr b="1" lang="en" sz="1600"/>
              <a:t>reduced</a:t>
            </a:r>
            <a:r>
              <a:rPr lang="en" sz="1600"/>
              <a:t> manual errors.</a:t>
            </a:r>
            <a:endParaRPr sz="1600"/>
          </a:p>
        </p:txBody>
      </p:sp>
      <p:sp>
        <p:nvSpPr>
          <p:cNvPr id="337" name="Google Shape;337;p31"/>
          <p:cNvSpPr txBox="1"/>
          <p:nvPr>
            <p:ph idx="6" type="subTitle"/>
          </p:nvPr>
        </p:nvSpPr>
        <p:spPr>
          <a:xfrm>
            <a:off x="5856800" y="2680300"/>
            <a:ext cx="2486100" cy="14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Ensures </a:t>
            </a:r>
            <a:r>
              <a:rPr b="1" lang="en" sz="1600"/>
              <a:t>continuous integration and delivery</a:t>
            </a:r>
            <a:r>
              <a:rPr lang="en" sz="1600"/>
              <a:t>, allowing teams to quickly adapt to changes in code.</a:t>
            </a:r>
            <a:endParaRPr sz="1600"/>
          </a:p>
        </p:txBody>
      </p:sp>
      <p:grpSp>
        <p:nvGrpSpPr>
          <p:cNvPr id="338" name="Google Shape;338;p31"/>
          <p:cNvGrpSpPr/>
          <p:nvPr/>
        </p:nvGrpSpPr>
        <p:grpSpPr>
          <a:xfrm>
            <a:off x="7411844" y="694787"/>
            <a:ext cx="554700" cy="554700"/>
            <a:chOff x="1221094" y="1533487"/>
            <a:chExt cx="554700" cy="554700"/>
          </a:xfrm>
        </p:grpSpPr>
        <p:sp>
          <p:nvSpPr>
            <p:cNvPr id="339" name="Google Shape;339;p31"/>
            <p:cNvSpPr/>
            <p:nvPr/>
          </p:nvSpPr>
          <p:spPr>
            <a:xfrm>
              <a:off x="1221094" y="1533487"/>
              <a:ext cx="554700" cy="5547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1"/>
            <p:cNvSpPr/>
            <p:nvPr/>
          </p:nvSpPr>
          <p:spPr>
            <a:xfrm>
              <a:off x="1288144" y="1600535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1" name="Google Shape;341;p31"/>
            <p:cNvGrpSpPr/>
            <p:nvPr/>
          </p:nvGrpSpPr>
          <p:grpSpPr>
            <a:xfrm>
              <a:off x="1376326" y="1673263"/>
              <a:ext cx="244237" cy="244216"/>
              <a:chOff x="4628325" y="3599825"/>
              <a:chExt cx="295400" cy="295375"/>
            </a:xfrm>
          </p:grpSpPr>
          <p:sp>
            <p:nvSpPr>
              <p:cNvPr id="342" name="Google Shape;342;p31"/>
              <p:cNvSpPr/>
              <p:nvPr/>
            </p:nvSpPr>
            <p:spPr>
              <a:xfrm>
                <a:off x="4679525" y="3686450"/>
                <a:ext cx="17350" cy="86675"/>
              </a:xfrm>
              <a:custGeom>
                <a:rect b="b" l="l" r="r" t="t"/>
                <a:pathLst>
                  <a:path extrusionOk="0" h="3467" w="694">
                    <a:moveTo>
                      <a:pt x="0" y="1"/>
                    </a:moveTo>
                    <a:lnTo>
                      <a:pt x="0" y="3466"/>
                    </a:lnTo>
                    <a:lnTo>
                      <a:pt x="694" y="3466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31"/>
              <p:cNvSpPr/>
              <p:nvPr/>
            </p:nvSpPr>
            <p:spPr>
              <a:xfrm>
                <a:off x="4854375" y="3686450"/>
                <a:ext cx="18150" cy="86675"/>
              </a:xfrm>
              <a:custGeom>
                <a:rect b="b" l="l" r="r" t="t"/>
                <a:pathLst>
                  <a:path extrusionOk="0" h="3467" w="726">
                    <a:moveTo>
                      <a:pt x="1" y="1"/>
                    </a:moveTo>
                    <a:lnTo>
                      <a:pt x="1" y="3466"/>
                    </a:lnTo>
                    <a:lnTo>
                      <a:pt x="725" y="3466"/>
                    </a:lnTo>
                    <a:lnTo>
                      <a:pt x="72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31"/>
              <p:cNvSpPr/>
              <p:nvPr/>
            </p:nvSpPr>
            <p:spPr>
              <a:xfrm>
                <a:off x="4679525" y="3790425"/>
                <a:ext cx="17350" cy="104000"/>
              </a:xfrm>
              <a:custGeom>
                <a:rect b="b" l="l" r="r" t="t"/>
                <a:pathLst>
                  <a:path extrusionOk="0" h="4160" w="694">
                    <a:moveTo>
                      <a:pt x="0" y="0"/>
                    </a:moveTo>
                    <a:lnTo>
                      <a:pt x="0" y="4159"/>
                    </a:lnTo>
                    <a:lnTo>
                      <a:pt x="694" y="415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31"/>
              <p:cNvSpPr/>
              <p:nvPr/>
            </p:nvSpPr>
            <p:spPr>
              <a:xfrm>
                <a:off x="4854375" y="3790425"/>
                <a:ext cx="18150" cy="104000"/>
              </a:xfrm>
              <a:custGeom>
                <a:rect b="b" l="l" r="r" t="t"/>
                <a:pathLst>
                  <a:path extrusionOk="0" h="4160" w="726">
                    <a:moveTo>
                      <a:pt x="1" y="0"/>
                    </a:moveTo>
                    <a:lnTo>
                      <a:pt x="1" y="4159"/>
                    </a:lnTo>
                    <a:lnTo>
                      <a:pt x="725" y="4159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31"/>
              <p:cNvSpPr/>
              <p:nvPr/>
            </p:nvSpPr>
            <p:spPr>
              <a:xfrm>
                <a:off x="4628325" y="3686450"/>
                <a:ext cx="34675" cy="86675"/>
              </a:xfrm>
              <a:custGeom>
                <a:rect b="b" l="l" r="r" t="t"/>
                <a:pathLst>
                  <a:path extrusionOk="0" h="3467" w="1387">
                    <a:moveTo>
                      <a:pt x="1009" y="1"/>
                    </a:moveTo>
                    <a:cubicBezTo>
                      <a:pt x="442" y="1"/>
                      <a:pt x="1" y="442"/>
                      <a:pt x="1" y="1009"/>
                    </a:cubicBezTo>
                    <a:lnTo>
                      <a:pt x="1" y="2049"/>
                    </a:lnTo>
                    <a:cubicBezTo>
                      <a:pt x="1" y="2427"/>
                      <a:pt x="158" y="2773"/>
                      <a:pt x="442" y="3025"/>
                    </a:cubicBezTo>
                    <a:cubicBezTo>
                      <a:pt x="662" y="3340"/>
                      <a:pt x="1009" y="3466"/>
                      <a:pt x="1387" y="3466"/>
                    </a:cubicBezTo>
                    <a:lnTo>
                      <a:pt x="138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31"/>
              <p:cNvSpPr/>
              <p:nvPr/>
            </p:nvSpPr>
            <p:spPr>
              <a:xfrm>
                <a:off x="4714975" y="3686450"/>
                <a:ext cx="122100" cy="86675"/>
              </a:xfrm>
              <a:custGeom>
                <a:rect b="b" l="l" r="r" t="t"/>
                <a:pathLst>
                  <a:path extrusionOk="0" h="3467" w="4884">
                    <a:moveTo>
                      <a:pt x="0" y="1"/>
                    </a:moveTo>
                    <a:lnTo>
                      <a:pt x="0" y="3466"/>
                    </a:lnTo>
                    <a:lnTo>
                      <a:pt x="4883" y="3466"/>
                    </a:lnTo>
                    <a:lnTo>
                      <a:pt x="488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31"/>
              <p:cNvSpPr/>
              <p:nvPr/>
            </p:nvSpPr>
            <p:spPr>
              <a:xfrm>
                <a:off x="4889025" y="3777825"/>
                <a:ext cx="34700" cy="117375"/>
              </a:xfrm>
              <a:custGeom>
                <a:rect b="b" l="l" r="r" t="t"/>
                <a:pathLst>
                  <a:path extrusionOk="0" h="4695" w="1388">
                    <a:moveTo>
                      <a:pt x="1387" y="0"/>
                    </a:moveTo>
                    <a:cubicBezTo>
                      <a:pt x="977" y="315"/>
                      <a:pt x="505" y="504"/>
                      <a:pt x="1" y="504"/>
                    </a:cubicBezTo>
                    <a:lnTo>
                      <a:pt x="1" y="4695"/>
                    </a:lnTo>
                    <a:lnTo>
                      <a:pt x="347" y="4695"/>
                    </a:lnTo>
                    <a:cubicBezTo>
                      <a:pt x="946" y="4695"/>
                      <a:pt x="1387" y="4222"/>
                      <a:pt x="1387" y="3655"/>
                    </a:cubicBezTo>
                    <a:lnTo>
                      <a:pt x="13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31"/>
              <p:cNvSpPr/>
              <p:nvPr/>
            </p:nvSpPr>
            <p:spPr>
              <a:xfrm>
                <a:off x="4628325" y="3777825"/>
                <a:ext cx="34675" cy="116600"/>
              </a:xfrm>
              <a:custGeom>
                <a:rect b="b" l="l" r="r" t="t"/>
                <a:pathLst>
                  <a:path extrusionOk="0" h="4664" w="1387">
                    <a:moveTo>
                      <a:pt x="1" y="0"/>
                    </a:moveTo>
                    <a:lnTo>
                      <a:pt x="1" y="3655"/>
                    </a:lnTo>
                    <a:cubicBezTo>
                      <a:pt x="1" y="4222"/>
                      <a:pt x="442" y="4663"/>
                      <a:pt x="1009" y="4663"/>
                    </a:cubicBezTo>
                    <a:lnTo>
                      <a:pt x="1387" y="4663"/>
                    </a:lnTo>
                    <a:lnTo>
                      <a:pt x="1387" y="504"/>
                    </a:lnTo>
                    <a:cubicBezTo>
                      <a:pt x="851" y="504"/>
                      <a:pt x="379" y="315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31"/>
              <p:cNvSpPr/>
              <p:nvPr/>
            </p:nvSpPr>
            <p:spPr>
              <a:xfrm>
                <a:off x="4766950" y="3790425"/>
                <a:ext cx="17350" cy="18150"/>
              </a:xfrm>
              <a:custGeom>
                <a:rect b="b" l="l" r="r" t="t"/>
                <a:pathLst>
                  <a:path extrusionOk="0" h="726" w="694">
                    <a:moveTo>
                      <a:pt x="1" y="0"/>
                    </a:moveTo>
                    <a:lnTo>
                      <a:pt x="1" y="347"/>
                    </a:lnTo>
                    <a:cubicBezTo>
                      <a:pt x="1" y="568"/>
                      <a:pt x="158" y="725"/>
                      <a:pt x="347" y="725"/>
                    </a:cubicBezTo>
                    <a:cubicBezTo>
                      <a:pt x="568" y="725"/>
                      <a:pt x="694" y="568"/>
                      <a:pt x="694" y="347"/>
                    </a:cubicBez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31"/>
              <p:cNvSpPr/>
              <p:nvPr/>
            </p:nvSpPr>
            <p:spPr>
              <a:xfrm>
                <a:off x="4889025" y="3686450"/>
                <a:ext cx="34700" cy="86675"/>
              </a:xfrm>
              <a:custGeom>
                <a:rect b="b" l="l" r="r" t="t"/>
                <a:pathLst>
                  <a:path extrusionOk="0" h="3467" w="1388">
                    <a:moveTo>
                      <a:pt x="1" y="1"/>
                    </a:moveTo>
                    <a:lnTo>
                      <a:pt x="1" y="3466"/>
                    </a:lnTo>
                    <a:cubicBezTo>
                      <a:pt x="347" y="3466"/>
                      <a:pt x="662" y="3340"/>
                      <a:pt x="946" y="3088"/>
                    </a:cubicBezTo>
                    <a:cubicBezTo>
                      <a:pt x="1229" y="2836"/>
                      <a:pt x="1387" y="2458"/>
                      <a:pt x="1387" y="2080"/>
                    </a:cubicBezTo>
                    <a:lnTo>
                      <a:pt x="1387" y="1040"/>
                    </a:lnTo>
                    <a:cubicBezTo>
                      <a:pt x="1387" y="442"/>
                      <a:pt x="914" y="1"/>
                      <a:pt x="34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31"/>
              <p:cNvSpPr/>
              <p:nvPr/>
            </p:nvSpPr>
            <p:spPr>
              <a:xfrm>
                <a:off x="4714975" y="3790425"/>
                <a:ext cx="122100" cy="104000"/>
              </a:xfrm>
              <a:custGeom>
                <a:rect b="b" l="l" r="r" t="t"/>
                <a:pathLst>
                  <a:path extrusionOk="0" h="4160" w="4884">
                    <a:moveTo>
                      <a:pt x="0" y="0"/>
                    </a:moveTo>
                    <a:lnTo>
                      <a:pt x="0" y="4159"/>
                    </a:lnTo>
                    <a:lnTo>
                      <a:pt x="4883" y="4159"/>
                    </a:lnTo>
                    <a:lnTo>
                      <a:pt x="4883" y="0"/>
                    </a:lnTo>
                    <a:lnTo>
                      <a:pt x="3466" y="0"/>
                    </a:lnTo>
                    <a:lnTo>
                      <a:pt x="3466" y="347"/>
                    </a:lnTo>
                    <a:cubicBezTo>
                      <a:pt x="3466" y="946"/>
                      <a:pt x="2993" y="1387"/>
                      <a:pt x="2426" y="1387"/>
                    </a:cubicBezTo>
                    <a:cubicBezTo>
                      <a:pt x="1827" y="1387"/>
                      <a:pt x="1418" y="914"/>
                      <a:pt x="1418" y="347"/>
                    </a:cubicBezTo>
                    <a:lnTo>
                      <a:pt x="14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31"/>
              <p:cNvSpPr/>
              <p:nvPr/>
            </p:nvSpPr>
            <p:spPr>
              <a:xfrm>
                <a:off x="4714175" y="3599825"/>
                <a:ext cx="122100" cy="69325"/>
              </a:xfrm>
              <a:custGeom>
                <a:rect b="b" l="l" r="r" t="t"/>
                <a:pathLst>
                  <a:path extrusionOk="0" h="2773" w="4884">
                    <a:moveTo>
                      <a:pt x="2427" y="0"/>
                    </a:moveTo>
                    <a:cubicBezTo>
                      <a:pt x="1103" y="0"/>
                      <a:pt x="1" y="1103"/>
                      <a:pt x="1" y="2426"/>
                    </a:cubicBezTo>
                    <a:lnTo>
                      <a:pt x="1" y="2773"/>
                    </a:lnTo>
                    <a:lnTo>
                      <a:pt x="1355" y="2773"/>
                    </a:lnTo>
                    <a:lnTo>
                      <a:pt x="1355" y="2426"/>
                    </a:lnTo>
                    <a:cubicBezTo>
                      <a:pt x="1355" y="1828"/>
                      <a:pt x="1828" y="1418"/>
                      <a:pt x="2395" y="1418"/>
                    </a:cubicBezTo>
                    <a:cubicBezTo>
                      <a:pt x="2994" y="1418"/>
                      <a:pt x="3403" y="1891"/>
                      <a:pt x="3403" y="2426"/>
                    </a:cubicBezTo>
                    <a:lnTo>
                      <a:pt x="3403" y="2773"/>
                    </a:lnTo>
                    <a:lnTo>
                      <a:pt x="4884" y="2773"/>
                    </a:lnTo>
                    <a:lnTo>
                      <a:pt x="4884" y="2426"/>
                    </a:lnTo>
                    <a:cubicBezTo>
                      <a:pt x="4884" y="1103"/>
                      <a:pt x="3781" y="0"/>
                      <a:pt x="24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4" name="Google Shape;354;p31"/>
          <p:cNvSpPr/>
          <p:nvPr/>
        </p:nvSpPr>
        <p:spPr>
          <a:xfrm>
            <a:off x="8004500" y="120956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1"/>
          <p:cNvSpPr/>
          <p:nvPr/>
        </p:nvSpPr>
        <p:spPr>
          <a:xfrm>
            <a:off x="8193150" y="135362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8034775" y="861725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7" name="Google Shape;357;p31"/>
          <p:cNvGrpSpPr/>
          <p:nvPr/>
        </p:nvGrpSpPr>
        <p:grpSpPr>
          <a:xfrm>
            <a:off x="1622331" y="1971916"/>
            <a:ext cx="671044" cy="658241"/>
            <a:chOff x="-1183550" y="3586525"/>
            <a:chExt cx="296175" cy="290550"/>
          </a:xfrm>
        </p:grpSpPr>
        <p:sp>
          <p:nvSpPr>
            <p:cNvPr id="358" name="Google Shape;358;p31"/>
            <p:cNvSpPr/>
            <p:nvPr/>
          </p:nvSpPr>
          <p:spPr>
            <a:xfrm>
              <a:off x="-927575" y="3671500"/>
              <a:ext cx="40200" cy="16575"/>
            </a:xfrm>
            <a:custGeom>
              <a:rect b="b" l="l" r="r" t="t"/>
              <a:pathLst>
                <a:path extrusionOk="0" h="663" w="1608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-1183550" y="3671500"/>
              <a:ext cx="39400" cy="16575"/>
            </a:xfrm>
            <a:custGeom>
              <a:rect b="b" l="l" r="r" t="t"/>
              <a:pathLst>
                <a:path extrusionOk="0" h="663" w="1576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-944250" y="3603025"/>
              <a:ext cx="39525" cy="26375"/>
            </a:xfrm>
            <a:custGeom>
              <a:rect b="b" l="l" r="r" t="t"/>
              <a:pathLst>
                <a:path extrusionOk="0" h="1055" w="1581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-1166200" y="3731225"/>
              <a:ext cx="39700" cy="26075"/>
            </a:xfrm>
            <a:custGeom>
              <a:rect b="b" l="l" r="r" t="t"/>
              <a:pathLst>
                <a:path extrusionOk="0" h="1043" w="1588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-944925" y="3730950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-1167000" y="3603025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-1065400" y="3658900"/>
              <a:ext cx="59875" cy="77200"/>
            </a:xfrm>
            <a:custGeom>
              <a:rect b="b" l="l" r="r" t="t"/>
              <a:pathLst>
                <a:path extrusionOk="0" h="3088" w="2395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1"/>
            <p:cNvSpPr/>
            <p:nvPr/>
          </p:nvSpPr>
          <p:spPr>
            <a:xfrm>
              <a:off x="-1078000" y="3809325"/>
              <a:ext cx="85075" cy="67750"/>
            </a:xfrm>
            <a:custGeom>
              <a:rect b="b" l="l" r="r" t="t"/>
              <a:pathLst>
                <a:path extrusionOk="0" h="2710" w="3403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-1135500" y="3586525"/>
              <a:ext cx="193775" cy="204700"/>
            </a:xfrm>
            <a:custGeom>
              <a:rect b="b" l="l" r="r" t="t"/>
              <a:pathLst>
                <a:path extrusionOk="0" h="8188" w="7751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31"/>
          <p:cNvGrpSpPr/>
          <p:nvPr/>
        </p:nvGrpSpPr>
        <p:grpSpPr>
          <a:xfrm>
            <a:off x="4175602" y="2011730"/>
            <a:ext cx="599140" cy="578613"/>
            <a:chOff x="-64781025" y="3361050"/>
            <a:chExt cx="317425" cy="315200"/>
          </a:xfrm>
        </p:grpSpPr>
        <p:sp>
          <p:nvSpPr>
            <p:cNvPr id="368" name="Google Shape;368;p31"/>
            <p:cNvSpPr/>
            <p:nvPr/>
          </p:nvSpPr>
          <p:spPr>
            <a:xfrm>
              <a:off x="-64764500" y="3388725"/>
              <a:ext cx="272550" cy="272550"/>
            </a:xfrm>
            <a:custGeom>
              <a:rect b="b" l="l" r="r" t="t"/>
              <a:pathLst>
                <a:path extrusionOk="0" h="10902" w="10902">
                  <a:moveTo>
                    <a:pt x="6554" y="2647"/>
                  </a:moveTo>
                  <a:cubicBezTo>
                    <a:pt x="6979" y="2647"/>
                    <a:pt x="7404" y="2805"/>
                    <a:pt x="7719" y="3120"/>
                  </a:cubicBezTo>
                  <a:cubicBezTo>
                    <a:pt x="8381" y="3782"/>
                    <a:pt x="8381" y="4821"/>
                    <a:pt x="7751" y="5483"/>
                  </a:cubicBezTo>
                  <a:cubicBezTo>
                    <a:pt x="7436" y="5798"/>
                    <a:pt x="7058" y="5955"/>
                    <a:pt x="6585" y="5955"/>
                  </a:cubicBezTo>
                  <a:cubicBezTo>
                    <a:pt x="6144" y="5955"/>
                    <a:pt x="5703" y="5798"/>
                    <a:pt x="5388" y="5483"/>
                  </a:cubicBezTo>
                  <a:cubicBezTo>
                    <a:pt x="5073" y="5168"/>
                    <a:pt x="4915" y="4758"/>
                    <a:pt x="4915" y="4286"/>
                  </a:cubicBezTo>
                  <a:cubicBezTo>
                    <a:pt x="4915" y="3813"/>
                    <a:pt x="5073" y="3435"/>
                    <a:pt x="5388" y="3120"/>
                  </a:cubicBezTo>
                  <a:cubicBezTo>
                    <a:pt x="5703" y="2805"/>
                    <a:pt x="6128" y="2647"/>
                    <a:pt x="6554" y="2647"/>
                  </a:cubicBezTo>
                  <a:close/>
                  <a:moveTo>
                    <a:pt x="2175" y="6901"/>
                  </a:moveTo>
                  <a:lnTo>
                    <a:pt x="4065" y="8791"/>
                  </a:lnTo>
                  <a:lnTo>
                    <a:pt x="3592" y="9484"/>
                  </a:lnTo>
                  <a:lnTo>
                    <a:pt x="1418" y="7342"/>
                  </a:lnTo>
                  <a:lnTo>
                    <a:pt x="2175" y="6901"/>
                  </a:lnTo>
                  <a:close/>
                  <a:moveTo>
                    <a:pt x="6907" y="1"/>
                  </a:moveTo>
                  <a:cubicBezTo>
                    <a:pt x="6851" y="1"/>
                    <a:pt x="6795" y="11"/>
                    <a:pt x="6743" y="33"/>
                  </a:cubicBezTo>
                  <a:cubicBezTo>
                    <a:pt x="5546" y="663"/>
                    <a:pt x="4474" y="1576"/>
                    <a:pt x="3655" y="2616"/>
                  </a:cubicBezTo>
                  <a:cubicBezTo>
                    <a:pt x="3025" y="3341"/>
                    <a:pt x="2553" y="4223"/>
                    <a:pt x="2175" y="5136"/>
                  </a:cubicBezTo>
                  <a:cubicBezTo>
                    <a:pt x="2048" y="5451"/>
                    <a:pt x="1922" y="5766"/>
                    <a:pt x="1859" y="6050"/>
                  </a:cubicBezTo>
                  <a:lnTo>
                    <a:pt x="505" y="6838"/>
                  </a:lnTo>
                  <a:cubicBezTo>
                    <a:pt x="379" y="6932"/>
                    <a:pt x="316" y="7058"/>
                    <a:pt x="316" y="7184"/>
                  </a:cubicBezTo>
                  <a:cubicBezTo>
                    <a:pt x="316" y="7279"/>
                    <a:pt x="347" y="7405"/>
                    <a:pt x="442" y="7531"/>
                  </a:cubicBezTo>
                  <a:lnTo>
                    <a:pt x="1072" y="8161"/>
                  </a:lnTo>
                  <a:cubicBezTo>
                    <a:pt x="631" y="8696"/>
                    <a:pt x="1" y="9673"/>
                    <a:pt x="1" y="10272"/>
                  </a:cubicBezTo>
                  <a:cubicBezTo>
                    <a:pt x="1" y="10524"/>
                    <a:pt x="64" y="10681"/>
                    <a:pt x="158" y="10744"/>
                  </a:cubicBezTo>
                  <a:cubicBezTo>
                    <a:pt x="221" y="10839"/>
                    <a:pt x="379" y="10902"/>
                    <a:pt x="631" y="10902"/>
                  </a:cubicBezTo>
                  <a:cubicBezTo>
                    <a:pt x="1229" y="10902"/>
                    <a:pt x="2238" y="10240"/>
                    <a:pt x="2742" y="9830"/>
                  </a:cubicBezTo>
                  <a:lnTo>
                    <a:pt x="3372" y="10461"/>
                  </a:lnTo>
                  <a:cubicBezTo>
                    <a:pt x="3466" y="10555"/>
                    <a:pt x="3592" y="10587"/>
                    <a:pt x="3655" y="10587"/>
                  </a:cubicBezTo>
                  <a:lnTo>
                    <a:pt x="3687" y="10587"/>
                  </a:lnTo>
                  <a:cubicBezTo>
                    <a:pt x="3813" y="10587"/>
                    <a:pt x="3939" y="10524"/>
                    <a:pt x="4002" y="10398"/>
                  </a:cubicBezTo>
                  <a:lnTo>
                    <a:pt x="4789" y="9074"/>
                  </a:lnTo>
                  <a:cubicBezTo>
                    <a:pt x="5104" y="8980"/>
                    <a:pt x="5420" y="8854"/>
                    <a:pt x="5735" y="8759"/>
                  </a:cubicBezTo>
                  <a:cubicBezTo>
                    <a:pt x="6648" y="8381"/>
                    <a:pt x="7530" y="7877"/>
                    <a:pt x="8255" y="7279"/>
                  </a:cubicBezTo>
                  <a:cubicBezTo>
                    <a:pt x="9295" y="6459"/>
                    <a:pt x="10208" y="5388"/>
                    <a:pt x="10838" y="4223"/>
                  </a:cubicBezTo>
                  <a:cubicBezTo>
                    <a:pt x="10901" y="4065"/>
                    <a:pt x="10870" y="3876"/>
                    <a:pt x="10744" y="3750"/>
                  </a:cubicBezTo>
                  <a:lnTo>
                    <a:pt x="7215" y="127"/>
                  </a:lnTo>
                  <a:cubicBezTo>
                    <a:pt x="7131" y="43"/>
                    <a:pt x="7019" y="1"/>
                    <a:pt x="6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1"/>
            <p:cNvSpPr/>
            <p:nvPr/>
          </p:nvSpPr>
          <p:spPr>
            <a:xfrm>
              <a:off x="-64568375" y="3361050"/>
              <a:ext cx="104775" cy="105675"/>
            </a:xfrm>
            <a:custGeom>
              <a:rect b="b" l="l" r="r" t="t"/>
              <a:pathLst>
                <a:path extrusionOk="0" h="4227" w="4191">
                  <a:moveTo>
                    <a:pt x="2941" y="1"/>
                  </a:moveTo>
                  <a:cubicBezTo>
                    <a:pt x="2906" y="1"/>
                    <a:pt x="2871" y="2"/>
                    <a:pt x="2836" y="5"/>
                  </a:cubicBezTo>
                  <a:cubicBezTo>
                    <a:pt x="1828" y="100"/>
                    <a:pt x="883" y="320"/>
                    <a:pt x="0" y="667"/>
                  </a:cubicBezTo>
                  <a:lnTo>
                    <a:pt x="3529" y="4227"/>
                  </a:lnTo>
                  <a:cubicBezTo>
                    <a:pt x="3876" y="3313"/>
                    <a:pt x="4128" y="2368"/>
                    <a:pt x="4191" y="1392"/>
                  </a:cubicBezTo>
                  <a:cubicBezTo>
                    <a:pt x="4191" y="982"/>
                    <a:pt x="4033" y="635"/>
                    <a:pt x="3812" y="352"/>
                  </a:cubicBezTo>
                  <a:cubicBezTo>
                    <a:pt x="3558" y="125"/>
                    <a:pt x="3252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1"/>
            <p:cNvSpPr/>
            <p:nvPr/>
          </p:nvSpPr>
          <p:spPr>
            <a:xfrm>
              <a:off x="-64645575" y="3596675"/>
              <a:ext cx="85100" cy="79575"/>
            </a:xfrm>
            <a:custGeom>
              <a:rect b="b" l="l" r="r" t="t"/>
              <a:pathLst>
                <a:path extrusionOk="0" h="3183" w="3404">
                  <a:moveTo>
                    <a:pt x="3403" y="0"/>
                  </a:moveTo>
                  <a:lnTo>
                    <a:pt x="3403" y="0"/>
                  </a:lnTo>
                  <a:cubicBezTo>
                    <a:pt x="2710" y="473"/>
                    <a:pt x="2017" y="819"/>
                    <a:pt x="1261" y="1134"/>
                  </a:cubicBezTo>
                  <a:cubicBezTo>
                    <a:pt x="1041" y="1292"/>
                    <a:pt x="726" y="1386"/>
                    <a:pt x="442" y="1449"/>
                  </a:cubicBezTo>
                  <a:cubicBezTo>
                    <a:pt x="347" y="1859"/>
                    <a:pt x="253" y="2237"/>
                    <a:pt x="95" y="2584"/>
                  </a:cubicBezTo>
                  <a:cubicBezTo>
                    <a:pt x="1" y="2741"/>
                    <a:pt x="32" y="2930"/>
                    <a:pt x="158" y="3056"/>
                  </a:cubicBezTo>
                  <a:cubicBezTo>
                    <a:pt x="253" y="3151"/>
                    <a:pt x="347" y="3182"/>
                    <a:pt x="442" y="3182"/>
                  </a:cubicBezTo>
                  <a:cubicBezTo>
                    <a:pt x="505" y="3182"/>
                    <a:pt x="568" y="3182"/>
                    <a:pt x="600" y="3151"/>
                  </a:cubicBezTo>
                  <a:cubicBezTo>
                    <a:pt x="1135" y="2867"/>
                    <a:pt x="1671" y="2521"/>
                    <a:pt x="2080" y="2080"/>
                  </a:cubicBezTo>
                  <a:cubicBezTo>
                    <a:pt x="2679" y="1481"/>
                    <a:pt x="3151" y="756"/>
                    <a:pt x="34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-64781025" y="3456475"/>
              <a:ext cx="80350" cy="85075"/>
            </a:xfrm>
            <a:custGeom>
              <a:rect b="b" l="l" r="r" t="t"/>
              <a:pathLst>
                <a:path extrusionOk="0" h="3403" w="3214">
                  <a:moveTo>
                    <a:pt x="3214" y="0"/>
                  </a:moveTo>
                  <a:cubicBezTo>
                    <a:pt x="2426" y="252"/>
                    <a:pt x="1733" y="725"/>
                    <a:pt x="1134" y="1324"/>
                  </a:cubicBezTo>
                  <a:cubicBezTo>
                    <a:pt x="693" y="1733"/>
                    <a:pt x="347" y="2269"/>
                    <a:pt x="63" y="2804"/>
                  </a:cubicBezTo>
                  <a:cubicBezTo>
                    <a:pt x="0" y="2962"/>
                    <a:pt x="32" y="3151"/>
                    <a:pt x="158" y="3277"/>
                  </a:cubicBezTo>
                  <a:cubicBezTo>
                    <a:pt x="221" y="3371"/>
                    <a:pt x="347" y="3403"/>
                    <a:pt x="410" y="3403"/>
                  </a:cubicBezTo>
                  <a:cubicBezTo>
                    <a:pt x="504" y="3403"/>
                    <a:pt x="536" y="3403"/>
                    <a:pt x="630" y="3371"/>
                  </a:cubicBezTo>
                  <a:cubicBezTo>
                    <a:pt x="977" y="3214"/>
                    <a:pt x="1355" y="3088"/>
                    <a:pt x="1764" y="2993"/>
                  </a:cubicBezTo>
                  <a:cubicBezTo>
                    <a:pt x="1827" y="2678"/>
                    <a:pt x="1953" y="2426"/>
                    <a:pt x="2079" y="2143"/>
                  </a:cubicBezTo>
                  <a:cubicBezTo>
                    <a:pt x="2394" y="1387"/>
                    <a:pt x="2741" y="694"/>
                    <a:pt x="3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2" name="Google Shape;372;p31"/>
          <p:cNvGrpSpPr/>
          <p:nvPr/>
        </p:nvGrpSpPr>
        <p:grpSpPr>
          <a:xfrm>
            <a:off x="6812696" y="2003109"/>
            <a:ext cx="599142" cy="595862"/>
            <a:chOff x="-5971525" y="3273750"/>
            <a:chExt cx="292250" cy="290650"/>
          </a:xfrm>
        </p:grpSpPr>
        <p:sp>
          <p:nvSpPr>
            <p:cNvPr id="373" name="Google Shape;373;p31"/>
            <p:cNvSpPr/>
            <p:nvPr/>
          </p:nvSpPr>
          <p:spPr>
            <a:xfrm>
              <a:off x="-5868325" y="3273750"/>
              <a:ext cx="85075" cy="84300"/>
            </a:xfrm>
            <a:custGeom>
              <a:rect b="b" l="l" r="r" t="t"/>
              <a:pathLst>
                <a:path extrusionOk="0" h="3372" w="3403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-5971525" y="3308400"/>
              <a:ext cx="292250" cy="256000"/>
            </a:xfrm>
            <a:custGeom>
              <a:rect b="b" l="l" r="r" t="t"/>
              <a:pathLst>
                <a:path extrusionOk="0" h="10240" w="1169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title"/>
          </p:nvPr>
        </p:nvSpPr>
        <p:spPr>
          <a:xfrm>
            <a:off x="909050" y="2267588"/>
            <a:ext cx="4812600" cy="9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 </a:t>
            </a:r>
            <a:r>
              <a:rPr lang="en"/>
              <a:t>→</a:t>
            </a:r>
            <a:endParaRPr/>
          </a:p>
        </p:txBody>
      </p:sp>
      <p:sp>
        <p:nvSpPr>
          <p:cNvPr id="380" name="Google Shape;380;p32"/>
          <p:cNvSpPr txBox="1"/>
          <p:nvPr>
            <p:ph idx="2" type="title"/>
          </p:nvPr>
        </p:nvSpPr>
        <p:spPr>
          <a:xfrm>
            <a:off x="909050" y="1162713"/>
            <a:ext cx="4812600" cy="11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 </a:t>
            </a:r>
            <a:endParaRPr/>
          </a:p>
        </p:txBody>
      </p:sp>
      <p:sp>
        <p:nvSpPr>
          <p:cNvPr id="381" name="Google Shape;381;p32"/>
          <p:cNvSpPr/>
          <p:nvPr/>
        </p:nvSpPr>
        <p:spPr>
          <a:xfrm>
            <a:off x="7568925" y="1295750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2"/>
          <p:cNvSpPr/>
          <p:nvPr/>
        </p:nvSpPr>
        <p:spPr>
          <a:xfrm>
            <a:off x="6381275" y="136036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"/>
          <p:cNvSpPr/>
          <p:nvPr/>
        </p:nvSpPr>
        <p:spPr>
          <a:xfrm>
            <a:off x="6513275" y="126545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32"/>
          <p:cNvGrpSpPr/>
          <p:nvPr/>
        </p:nvGrpSpPr>
        <p:grpSpPr>
          <a:xfrm>
            <a:off x="7125139" y="2016949"/>
            <a:ext cx="554809" cy="554809"/>
            <a:chOff x="5724800" y="2169125"/>
            <a:chExt cx="587100" cy="587100"/>
          </a:xfrm>
        </p:grpSpPr>
        <p:sp>
          <p:nvSpPr>
            <p:cNvPr id="385" name="Google Shape;385;p32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32"/>
          <p:cNvSpPr/>
          <p:nvPr/>
        </p:nvSpPr>
        <p:spPr>
          <a:xfrm>
            <a:off x="6839250" y="17814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9" name="Google Shape;389;p32"/>
          <p:cNvGrpSpPr/>
          <p:nvPr/>
        </p:nvGrpSpPr>
        <p:grpSpPr>
          <a:xfrm>
            <a:off x="7125145" y="772239"/>
            <a:ext cx="835737" cy="835737"/>
            <a:chOff x="6810900" y="2169125"/>
            <a:chExt cx="587100" cy="587100"/>
          </a:xfrm>
        </p:grpSpPr>
        <p:sp>
          <p:nvSpPr>
            <p:cNvPr id="390" name="Google Shape;390;p32"/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2" name="Google Shape;392;p32"/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393" name="Google Shape;393;p32"/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rect b="b" l="l" r="r" t="t"/>
                <a:pathLst>
                  <a:path extrusionOk="0" h="4916" w="5073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32"/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rect b="b" l="l" r="r" t="t"/>
                <a:pathLst>
                  <a:path extrusionOk="0" h="9958" w="9925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3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 of Buddy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"/>
          <p:cNvSpPr txBox="1"/>
          <p:nvPr>
            <p:ph idx="1" type="subTitle"/>
          </p:nvPr>
        </p:nvSpPr>
        <p:spPr>
          <a:xfrm>
            <a:off x="1574750" y="1353675"/>
            <a:ext cx="59946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Predefined Pipelines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3"/>
          <p:cNvSpPr txBox="1"/>
          <p:nvPr>
            <p:ph idx="2" type="subTitle"/>
          </p:nvPr>
        </p:nvSpPr>
        <p:spPr>
          <a:xfrm>
            <a:off x="1483825" y="1828803"/>
            <a:ext cx="5994600" cy="8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Drag and drop pipelines f</a:t>
            </a:r>
            <a:r>
              <a:rPr lang="en"/>
              <a:t>or building, testing, and deploying code, allowing developers to easily set up pipelines for various technologies (Node.js, Python, Docker, etc.)</a:t>
            </a:r>
            <a:endParaRPr/>
          </a:p>
        </p:txBody>
      </p:sp>
      <p:sp>
        <p:nvSpPr>
          <p:cNvPr id="402" name="Google Shape;402;p33"/>
          <p:cNvSpPr txBox="1"/>
          <p:nvPr>
            <p:ph idx="3" type="subTitle"/>
          </p:nvPr>
        </p:nvSpPr>
        <p:spPr>
          <a:xfrm>
            <a:off x="1574750" y="2570763"/>
            <a:ext cx="5994600" cy="49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Easy Pipeline Setup</a:t>
            </a:r>
            <a:endParaRPr/>
          </a:p>
        </p:txBody>
      </p:sp>
      <p:sp>
        <p:nvSpPr>
          <p:cNvPr id="403" name="Google Shape;403;p33"/>
          <p:cNvSpPr txBox="1"/>
          <p:nvPr>
            <p:ph idx="4" type="subTitle"/>
          </p:nvPr>
        </p:nvSpPr>
        <p:spPr>
          <a:xfrm>
            <a:off x="1574700" y="3063075"/>
            <a:ext cx="5994600" cy="15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create pipelines with a drag-and-drop interface.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trigger modes for pipelines: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b="1" lang="en"/>
              <a:t>On Push</a:t>
            </a:r>
            <a:r>
              <a:rPr lang="en"/>
              <a:t>: Runs the pipeline when code is pushed to the repository.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b="1" lang="en"/>
              <a:t>Manual</a:t>
            </a:r>
            <a:r>
              <a:rPr lang="en"/>
              <a:t>: Trigger pipelines manually when needed.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b="1" lang="en"/>
              <a:t>Recurrent</a:t>
            </a:r>
            <a:r>
              <a:rPr lang="en"/>
              <a:t>: Run pipelines at scheduled intervals (e.g., nightly builds)</a:t>
            </a:r>
            <a:endParaRPr/>
          </a:p>
        </p:txBody>
      </p:sp>
      <p:sp>
        <p:nvSpPr>
          <p:cNvPr id="404" name="Google Shape;404;p33"/>
          <p:cNvSpPr/>
          <p:nvPr/>
        </p:nvSpPr>
        <p:spPr>
          <a:xfrm>
            <a:off x="7228750" y="1165437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3"/>
          <p:cNvSpPr/>
          <p:nvPr/>
        </p:nvSpPr>
        <p:spPr>
          <a:xfrm>
            <a:off x="6852900" y="74262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3"/>
          <p:cNvSpPr/>
          <p:nvPr/>
        </p:nvSpPr>
        <p:spPr>
          <a:xfrm>
            <a:off x="7039800" y="909863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7" name="Google Shape;407;p33"/>
          <p:cNvGrpSpPr/>
          <p:nvPr/>
        </p:nvGrpSpPr>
        <p:grpSpPr>
          <a:xfrm>
            <a:off x="7478435" y="859579"/>
            <a:ext cx="835711" cy="835711"/>
            <a:chOff x="1221094" y="2847175"/>
            <a:chExt cx="554700" cy="554700"/>
          </a:xfrm>
        </p:grpSpPr>
        <p:sp>
          <p:nvSpPr>
            <p:cNvPr id="408" name="Google Shape;408;p33"/>
            <p:cNvSpPr/>
            <p:nvPr/>
          </p:nvSpPr>
          <p:spPr>
            <a:xfrm>
              <a:off x="1221094" y="2847175"/>
              <a:ext cx="554700" cy="5547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3"/>
            <p:cNvSpPr/>
            <p:nvPr/>
          </p:nvSpPr>
          <p:spPr>
            <a:xfrm>
              <a:off x="1288144" y="2914222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0" name="Google Shape;410;p33"/>
            <p:cNvGrpSpPr/>
            <p:nvPr/>
          </p:nvGrpSpPr>
          <p:grpSpPr>
            <a:xfrm>
              <a:off x="1389861" y="2980064"/>
              <a:ext cx="217166" cy="258028"/>
              <a:chOff x="-48233050" y="3569725"/>
              <a:chExt cx="252050" cy="299475"/>
            </a:xfrm>
          </p:grpSpPr>
          <p:sp>
            <p:nvSpPr>
              <p:cNvPr id="411" name="Google Shape;411;p33"/>
              <p:cNvSpPr/>
              <p:nvPr/>
            </p:nvSpPr>
            <p:spPr>
              <a:xfrm>
                <a:off x="-48233050" y="3569725"/>
                <a:ext cx="252050" cy="299475"/>
              </a:xfrm>
              <a:custGeom>
                <a:rect b="b" l="l" r="r" t="t"/>
                <a:pathLst>
                  <a:path extrusionOk="0" h="11979" w="10082">
                    <a:moveTo>
                      <a:pt x="5230" y="1393"/>
                    </a:moveTo>
                    <a:cubicBezTo>
                      <a:pt x="5419" y="1393"/>
                      <a:pt x="5577" y="1551"/>
                      <a:pt x="5577" y="1740"/>
                    </a:cubicBezTo>
                    <a:lnTo>
                      <a:pt x="5577" y="1960"/>
                    </a:lnTo>
                    <a:cubicBezTo>
                      <a:pt x="5703" y="2023"/>
                      <a:pt x="5829" y="2086"/>
                      <a:pt x="5923" y="2181"/>
                    </a:cubicBezTo>
                    <a:lnTo>
                      <a:pt x="6144" y="2055"/>
                    </a:lnTo>
                    <a:cubicBezTo>
                      <a:pt x="6194" y="2025"/>
                      <a:pt x="6251" y="2011"/>
                      <a:pt x="6308" y="2011"/>
                    </a:cubicBezTo>
                    <a:cubicBezTo>
                      <a:pt x="6430" y="2011"/>
                      <a:pt x="6552" y="2074"/>
                      <a:pt x="6616" y="2181"/>
                    </a:cubicBezTo>
                    <a:lnTo>
                      <a:pt x="7309" y="3410"/>
                    </a:lnTo>
                    <a:cubicBezTo>
                      <a:pt x="7467" y="3725"/>
                      <a:pt x="7246" y="3819"/>
                      <a:pt x="6963" y="3977"/>
                    </a:cubicBezTo>
                    <a:lnTo>
                      <a:pt x="6963" y="4386"/>
                    </a:lnTo>
                    <a:cubicBezTo>
                      <a:pt x="7246" y="4544"/>
                      <a:pt x="7467" y="4670"/>
                      <a:pt x="7309" y="4985"/>
                    </a:cubicBezTo>
                    <a:lnTo>
                      <a:pt x="6616" y="6182"/>
                    </a:lnTo>
                    <a:cubicBezTo>
                      <a:pt x="6531" y="6289"/>
                      <a:pt x="6417" y="6366"/>
                      <a:pt x="6303" y="6366"/>
                    </a:cubicBezTo>
                    <a:cubicBezTo>
                      <a:pt x="6249" y="6366"/>
                      <a:pt x="6195" y="6349"/>
                      <a:pt x="6144" y="6308"/>
                    </a:cubicBezTo>
                    <a:lnTo>
                      <a:pt x="5923" y="6182"/>
                    </a:lnTo>
                    <a:cubicBezTo>
                      <a:pt x="5829" y="6277"/>
                      <a:pt x="5703" y="6340"/>
                      <a:pt x="5577" y="6403"/>
                    </a:cubicBezTo>
                    <a:lnTo>
                      <a:pt x="5577" y="6623"/>
                    </a:lnTo>
                    <a:cubicBezTo>
                      <a:pt x="5577" y="6812"/>
                      <a:pt x="5419" y="6970"/>
                      <a:pt x="5230" y="6970"/>
                    </a:cubicBezTo>
                    <a:lnTo>
                      <a:pt x="3812" y="6970"/>
                    </a:lnTo>
                    <a:cubicBezTo>
                      <a:pt x="3623" y="6970"/>
                      <a:pt x="3466" y="6812"/>
                      <a:pt x="3466" y="6623"/>
                    </a:cubicBezTo>
                    <a:lnTo>
                      <a:pt x="3466" y="6403"/>
                    </a:lnTo>
                    <a:cubicBezTo>
                      <a:pt x="3340" y="6340"/>
                      <a:pt x="3214" y="6277"/>
                      <a:pt x="3119" y="6182"/>
                    </a:cubicBezTo>
                    <a:lnTo>
                      <a:pt x="2899" y="6308"/>
                    </a:lnTo>
                    <a:cubicBezTo>
                      <a:pt x="2848" y="6338"/>
                      <a:pt x="2791" y="6352"/>
                      <a:pt x="2734" y="6352"/>
                    </a:cubicBezTo>
                    <a:cubicBezTo>
                      <a:pt x="2613" y="6352"/>
                      <a:pt x="2490" y="6289"/>
                      <a:pt x="2426" y="6182"/>
                    </a:cubicBezTo>
                    <a:lnTo>
                      <a:pt x="1733" y="4985"/>
                    </a:lnTo>
                    <a:cubicBezTo>
                      <a:pt x="1638" y="4827"/>
                      <a:pt x="1670" y="4575"/>
                      <a:pt x="1859" y="4512"/>
                    </a:cubicBezTo>
                    <a:lnTo>
                      <a:pt x="2048" y="4386"/>
                    </a:lnTo>
                    <a:lnTo>
                      <a:pt x="2048" y="3977"/>
                    </a:lnTo>
                    <a:lnTo>
                      <a:pt x="1859" y="3882"/>
                    </a:lnTo>
                    <a:cubicBezTo>
                      <a:pt x="1702" y="3788"/>
                      <a:pt x="1607" y="3536"/>
                      <a:pt x="1733" y="3410"/>
                    </a:cubicBezTo>
                    <a:lnTo>
                      <a:pt x="2426" y="2181"/>
                    </a:lnTo>
                    <a:cubicBezTo>
                      <a:pt x="2490" y="2074"/>
                      <a:pt x="2612" y="1997"/>
                      <a:pt x="2733" y="1997"/>
                    </a:cubicBezTo>
                    <a:cubicBezTo>
                      <a:pt x="2790" y="1997"/>
                      <a:pt x="2848" y="2014"/>
                      <a:pt x="2899" y="2055"/>
                    </a:cubicBezTo>
                    <a:lnTo>
                      <a:pt x="3119" y="2181"/>
                    </a:lnTo>
                    <a:cubicBezTo>
                      <a:pt x="3214" y="2086"/>
                      <a:pt x="3340" y="2023"/>
                      <a:pt x="3466" y="1960"/>
                    </a:cubicBezTo>
                    <a:lnTo>
                      <a:pt x="3466" y="1740"/>
                    </a:lnTo>
                    <a:cubicBezTo>
                      <a:pt x="3466" y="1551"/>
                      <a:pt x="3623" y="1393"/>
                      <a:pt x="3812" y="1393"/>
                    </a:cubicBezTo>
                    <a:close/>
                    <a:moveTo>
                      <a:pt x="4547" y="0"/>
                    </a:moveTo>
                    <a:cubicBezTo>
                      <a:pt x="3499" y="0"/>
                      <a:pt x="2484" y="337"/>
                      <a:pt x="1670" y="984"/>
                    </a:cubicBezTo>
                    <a:cubicBezTo>
                      <a:pt x="630" y="1866"/>
                      <a:pt x="0" y="3158"/>
                      <a:pt x="0" y="4544"/>
                    </a:cubicBezTo>
                    <a:cubicBezTo>
                      <a:pt x="0" y="5804"/>
                      <a:pt x="504" y="6970"/>
                      <a:pt x="1418" y="7852"/>
                    </a:cubicBezTo>
                    <a:lnTo>
                      <a:pt x="1418" y="11632"/>
                    </a:lnTo>
                    <a:cubicBezTo>
                      <a:pt x="1418" y="11821"/>
                      <a:pt x="1575" y="11979"/>
                      <a:pt x="1765" y="11979"/>
                    </a:cubicBezTo>
                    <a:lnTo>
                      <a:pt x="5986" y="11979"/>
                    </a:lnTo>
                    <a:cubicBezTo>
                      <a:pt x="6175" y="11979"/>
                      <a:pt x="6333" y="11821"/>
                      <a:pt x="6333" y="11632"/>
                    </a:cubicBezTo>
                    <a:lnTo>
                      <a:pt x="6333" y="10530"/>
                    </a:lnTo>
                    <a:lnTo>
                      <a:pt x="8097" y="10530"/>
                    </a:lnTo>
                    <a:cubicBezTo>
                      <a:pt x="8286" y="10530"/>
                      <a:pt x="8444" y="10372"/>
                      <a:pt x="8444" y="10183"/>
                    </a:cubicBezTo>
                    <a:lnTo>
                      <a:pt x="8444" y="8387"/>
                    </a:lnTo>
                    <a:lnTo>
                      <a:pt x="9042" y="8387"/>
                    </a:lnTo>
                    <a:cubicBezTo>
                      <a:pt x="9389" y="8387"/>
                      <a:pt x="9767" y="8198"/>
                      <a:pt x="9956" y="7883"/>
                    </a:cubicBezTo>
                    <a:cubicBezTo>
                      <a:pt x="10082" y="7568"/>
                      <a:pt x="10082" y="7190"/>
                      <a:pt x="9924" y="6875"/>
                    </a:cubicBezTo>
                    <a:lnTo>
                      <a:pt x="9042" y="5237"/>
                    </a:lnTo>
                    <a:cubicBezTo>
                      <a:pt x="9137" y="4701"/>
                      <a:pt x="9137" y="4134"/>
                      <a:pt x="9011" y="3599"/>
                    </a:cubicBezTo>
                    <a:cubicBezTo>
                      <a:pt x="8664" y="1866"/>
                      <a:pt x="7246" y="480"/>
                      <a:pt x="5545" y="102"/>
                    </a:cubicBezTo>
                    <a:cubicBezTo>
                      <a:pt x="5213" y="34"/>
                      <a:pt x="4878" y="0"/>
                      <a:pt x="4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-48170050" y="3622650"/>
                <a:ext cx="100050" cy="103225"/>
              </a:xfrm>
              <a:custGeom>
                <a:rect b="b" l="l" r="r" t="t"/>
                <a:pathLst>
                  <a:path extrusionOk="0" h="4129" w="4002">
                    <a:moveTo>
                      <a:pt x="1985" y="1009"/>
                    </a:moveTo>
                    <a:cubicBezTo>
                      <a:pt x="2584" y="1009"/>
                      <a:pt x="3057" y="1482"/>
                      <a:pt x="3057" y="2080"/>
                    </a:cubicBezTo>
                    <a:cubicBezTo>
                      <a:pt x="3057" y="2647"/>
                      <a:pt x="2584" y="3120"/>
                      <a:pt x="1985" y="3120"/>
                    </a:cubicBezTo>
                    <a:cubicBezTo>
                      <a:pt x="1418" y="3120"/>
                      <a:pt x="946" y="2647"/>
                      <a:pt x="946" y="2080"/>
                    </a:cubicBezTo>
                    <a:cubicBezTo>
                      <a:pt x="946" y="1482"/>
                      <a:pt x="1418" y="1009"/>
                      <a:pt x="1985" y="1009"/>
                    </a:cubicBezTo>
                    <a:close/>
                    <a:moveTo>
                      <a:pt x="1639" y="1"/>
                    </a:moveTo>
                    <a:lnTo>
                      <a:pt x="1639" y="127"/>
                    </a:lnTo>
                    <a:cubicBezTo>
                      <a:pt x="1639" y="284"/>
                      <a:pt x="1576" y="410"/>
                      <a:pt x="1418" y="442"/>
                    </a:cubicBezTo>
                    <a:cubicBezTo>
                      <a:pt x="1198" y="537"/>
                      <a:pt x="1009" y="631"/>
                      <a:pt x="851" y="757"/>
                    </a:cubicBezTo>
                    <a:cubicBezTo>
                      <a:pt x="770" y="818"/>
                      <a:pt x="689" y="853"/>
                      <a:pt x="607" y="853"/>
                    </a:cubicBezTo>
                    <a:cubicBezTo>
                      <a:pt x="562" y="853"/>
                      <a:pt x="518" y="842"/>
                      <a:pt x="473" y="820"/>
                    </a:cubicBezTo>
                    <a:lnTo>
                      <a:pt x="347" y="726"/>
                    </a:lnTo>
                    <a:lnTo>
                      <a:pt x="1" y="1324"/>
                    </a:lnTo>
                    <a:lnTo>
                      <a:pt x="127" y="1387"/>
                    </a:lnTo>
                    <a:cubicBezTo>
                      <a:pt x="221" y="1482"/>
                      <a:pt x="316" y="1639"/>
                      <a:pt x="253" y="1765"/>
                    </a:cubicBezTo>
                    <a:cubicBezTo>
                      <a:pt x="221" y="1986"/>
                      <a:pt x="221" y="2143"/>
                      <a:pt x="253" y="2395"/>
                    </a:cubicBezTo>
                    <a:cubicBezTo>
                      <a:pt x="316" y="2553"/>
                      <a:pt x="221" y="2647"/>
                      <a:pt x="127" y="2742"/>
                    </a:cubicBezTo>
                    <a:lnTo>
                      <a:pt x="1" y="2805"/>
                    </a:lnTo>
                    <a:lnTo>
                      <a:pt x="347" y="3403"/>
                    </a:lnTo>
                    <a:lnTo>
                      <a:pt x="473" y="3340"/>
                    </a:lnTo>
                    <a:cubicBezTo>
                      <a:pt x="532" y="3297"/>
                      <a:pt x="590" y="3273"/>
                      <a:pt x="649" y="3273"/>
                    </a:cubicBezTo>
                    <a:cubicBezTo>
                      <a:pt x="716" y="3273"/>
                      <a:pt x="784" y="3304"/>
                      <a:pt x="851" y="3372"/>
                    </a:cubicBezTo>
                    <a:cubicBezTo>
                      <a:pt x="1009" y="3529"/>
                      <a:pt x="1198" y="3592"/>
                      <a:pt x="1418" y="3687"/>
                    </a:cubicBezTo>
                    <a:cubicBezTo>
                      <a:pt x="1576" y="3718"/>
                      <a:pt x="1639" y="3876"/>
                      <a:pt x="1639" y="4002"/>
                    </a:cubicBezTo>
                    <a:lnTo>
                      <a:pt x="1639" y="4128"/>
                    </a:lnTo>
                    <a:lnTo>
                      <a:pt x="2364" y="4128"/>
                    </a:lnTo>
                    <a:lnTo>
                      <a:pt x="2364" y="4002"/>
                    </a:lnTo>
                    <a:cubicBezTo>
                      <a:pt x="2364" y="3845"/>
                      <a:pt x="2427" y="3718"/>
                      <a:pt x="2584" y="3687"/>
                    </a:cubicBezTo>
                    <a:cubicBezTo>
                      <a:pt x="2805" y="3592"/>
                      <a:pt x="2994" y="3498"/>
                      <a:pt x="3151" y="3372"/>
                    </a:cubicBezTo>
                    <a:cubicBezTo>
                      <a:pt x="3224" y="3317"/>
                      <a:pt x="3298" y="3283"/>
                      <a:pt x="3371" y="3283"/>
                    </a:cubicBezTo>
                    <a:cubicBezTo>
                      <a:pt x="3424" y="3283"/>
                      <a:pt x="3476" y="3301"/>
                      <a:pt x="3529" y="3340"/>
                    </a:cubicBezTo>
                    <a:lnTo>
                      <a:pt x="3655" y="3403"/>
                    </a:lnTo>
                    <a:lnTo>
                      <a:pt x="4002" y="2805"/>
                    </a:lnTo>
                    <a:lnTo>
                      <a:pt x="3876" y="2742"/>
                    </a:lnTo>
                    <a:cubicBezTo>
                      <a:pt x="3781" y="2647"/>
                      <a:pt x="3687" y="2490"/>
                      <a:pt x="3750" y="2395"/>
                    </a:cubicBezTo>
                    <a:cubicBezTo>
                      <a:pt x="3781" y="2143"/>
                      <a:pt x="3781" y="1986"/>
                      <a:pt x="3750" y="1765"/>
                    </a:cubicBezTo>
                    <a:cubicBezTo>
                      <a:pt x="3687" y="1608"/>
                      <a:pt x="3781" y="1482"/>
                      <a:pt x="3876" y="1387"/>
                    </a:cubicBezTo>
                    <a:lnTo>
                      <a:pt x="4002" y="1324"/>
                    </a:lnTo>
                    <a:lnTo>
                      <a:pt x="3655" y="726"/>
                    </a:lnTo>
                    <a:lnTo>
                      <a:pt x="3529" y="820"/>
                    </a:lnTo>
                    <a:cubicBezTo>
                      <a:pt x="3477" y="846"/>
                      <a:pt x="3425" y="861"/>
                      <a:pt x="3373" y="861"/>
                    </a:cubicBezTo>
                    <a:cubicBezTo>
                      <a:pt x="3299" y="861"/>
                      <a:pt x="3225" y="831"/>
                      <a:pt x="3151" y="757"/>
                    </a:cubicBezTo>
                    <a:cubicBezTo>
                      <a:pt x="2994" y="600"/>
                      <a:pt x="2805" y="537"/>
                      <a:pt x="2584" y="442"/>
                    </a:cubicBezTo>
                    <a:cubicBezTo>
                      <a:pt x="2427" y="410"/>
                      <a:pt x="2364" y="253"/>
                      <a:pt x="2364" y="127"/>
                    </a:cubicBezTo>
                    <a:lnTo>
                      <a:pt x="2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-48129100" y="3665200"/>
                <a:ext cx="18150" cy="18125"/>
              </a:xfrm>
              <a:custGeom>
                <a:rect b="b" l="l" r="r" t="t"/>
                <a:pathLst>
                  <a:path extrusionOk="0" h="725" w="726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68" y="725"/>
                      <a:pt x="726" y="567"/>
                      <a:pt x="726" y="378"/>
                    </a:cubicBezTo>
                    <a:cubicBezTo>
                      <a:pt x="726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4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 of Buddy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4"/>
          <p:cNvSpPr txBox="1"/>
          <p:nvPr>
            <p:ph idx="1" type="subTitle"/>
          </p:nvPr>
        </p:nvSpPr>
        <p:spPr>
          <a:xfrm>
            <a:off x="1574750" y="1353675"/>
            <a:ext cx="59946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 Integration and Compatibility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4"/>
          <p:cNvSpPr txBox="1"/>
          <p:nvPr>
            <p:ph idx="2" type="subTitle"/>
          </p:nvPr>
        </p:nvSpPr>
        <p:spPr>
          <a:xfrm>
            <a:off x="1574750" y="1776400"/>
            <a:ext cx="5994600" cy="11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Integrates with GitHub, Bitbucket, and GitLab, triggering pipelines </a:t>
            </a:r>
            <a:r>
              <a:rPr b="1" lang="en"/>
              <a:t>automatically</a:t>
            </a:r>
            <a:r>
              <a:rPr lang="en"/>
              <a:t> from repository changes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</a:t>
            </a:r>
            <a:r>
              <a:rPr lang="en"/>
              <a:t>upports Docker, Kubernetes, and cloud providers like AWS, Azure, and Google Cloud for </a:t>
            </a:r>
            <a:r>
              <a:rPr b="1" lang="en"/>
              <a:t>streamlined deployment automation</a:t>
            </a:r>
            <a:r>
              <a:rPr lang="en"/>
              <a:t>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4"/>
          <p:cNvSpPr txBox="1"/>
          <p:nvPr>
            <p:ph idx="3" type="subTitle"/>
          </p:nvPr>
        </p:nvSpPr>
        <p:spPr>
          <a:xfrm>
            <a:off x="1574700" y="2881775"/>
            <a:ext cx="5994600" cy="49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Environment Configuration</a:t>
            </a:r>
            <a:endParaRPr/>
          </a:p>
        </p:txBody>
      </p:sp>
      <p:sp>
        <p:nvSpPr>
          <p:cNvPr id="422" name="Google Shape;422;p34"/>
          <p:cNvSpPr txBox="1"/>
          <p:nvPr>
            <p:ph idx="4" type="subTitle"/>
          </p:nvPr>
        </p:nvSpPr>
        <p:spPr>
          <a:xfrm>
            <a:off x="1483825" y="3432800"/>
            <a:ext cx="5994600" cy="1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</a:t>
            </a:r>
            <a:r>
              <a:rPr lang="en"/>
              <a:t>upports </a:t>
            </a:r>
            <a:r>
              <a:rPr b="1" lang="en"/>
              <a:t>multi-environment</a:t>
            </a:r>
            <a:r>
              <a:rPr lang="en"/>
              <a:t> setups for staging, testing, and production, making code promotion between environments seamless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</a:t>
            </a:r>
            <a:r>
              <a:rPr lang="en"/>
              <a:t>utomated</a:t>
            </a:r>
            <a:r>
              <a:rPr lang="en"/>
              <a:t> infrastructure provisioning, reducing manual configuration and ensuring </a:t>
            </a:r>
            <a:r>
              <a:rPr b="1" lang="en"/>
              <a:t>consistency</a:t>
            </a:r>
            <a:r>
              <a:rPr lang="en"/>
              <a:t> across environments.</a:t>
            </a:r>
            <a:endParaRPr/>
          </a:p>
        </p:txBody>
      </p:sp>
      <p:sp>
        <p:nvSpPr>
          <p:cNvPr id="423" name="Google Shape;423;p34"/>
          <p:cNvSpPr/>
          <p:nvPr/>
        </p:nvSpPr>
        <p:spPr>
          <a:xfrm>
            <a:off x="7228750" y="1165437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4"/>
          <p:cNvSpPr/>
          <p:nvPr/>
        </p:nvSpPr>
        <p:spPr>
          <a:xfrm>
            <a:off x="6852900" y="74262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4"/>
          <p:cNvSpPr/>
          <p:nvPr/>
        </p:nvSpPr>
        <p:spPr>
          <a:xfrm>
            <a:off x="7039800" y="909863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6" name="Google Shape;426;p34"/>
          <p:cNvGrpSpPr/>
          <p:nvPr/>
        </p:nvGrpSpPr>
        <p:grpSpPr>
          <a:xfrm>
            <a:off x="7478435" y="859579"/>
            <a:ext cx="835711" cy="835711"/>
            <a:chOff x="1221094" y="2847175"/>
            <a:chExt cx="554700" cy="554700"/>
          </a:xfrm>
        </p:grpSpPr>
        <p:sp>
          <p:nvSpPr>
            <p:cNvPr id="427" name="Google Shape;427;p34"/>
            <p:cNvSpPr/>
            <p:nvPr/>
          </p:nvSpPr>
          <p:spPr>
            <a:xfrm>
              <a:off x="1221094" y="2847175"/>
              <a:ext cx="554700" cy="5547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4"/>
            <p:cNvSpPr/>
            <p:nvPr/>
          </p:nvSpPr>
          <p:spPr>
            <a:xfrm>
              <a:off x="1288144" y="2914222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9" name="Google Shape;429;p34"/>
            <p:cNvGrpSpPr/>
            <p:nvPr/>
          </p:nvGrpSpPr>
          <p:grpSpPr>
            <a:xfrm>
              <a:off x="1389861" y="2980064"/>
              <a:ext cx="217166" cy="258028"/>
              <a:chOff x="-48233050" y="3569725"/>
              <a:chExt cx="252050" cy="299475"/>
            </a:xfrm>
          </p:grpSpPr>
          <p:sp>
            <p:nvSpPr>
              <p:cNvPr id="430" name="Google Shape;430;p34"/>
              <p:cNvSpPr/>
              <p:nvPr/>
            </p:nvSpPr>
            <p:spPr>
              <a:xfrm>
                <a:off x="-48233050" y="3569725"/>
                <a:ext cx="252050" cy="299475"/>
              </a:xfrm>
              <a:custGeom>
                <a:rect b="b" l="l" r="r" t="t"/>
                <a:pathLst>
                  <a:path extrusionOk="0" h="11979" w="10082">
                    <a:moveTo>
                      <a:pt x="5230" y="1393"/>
                    </a:moveTo>
                    <a:cubicBezTo>
                      <a:pt x="5419" y="1393"/>
                      <a:pt x="5577" y="1551"/>
                      <a:pt x="5577" y="1740"/>
                    </a:cubicBezTo>
                    <a:lnTo>
                      <a:pt x="5577" y="1960"/>
                    </a:lnTo>
                    <a:cubicBezTo>
                      <a:pt x="5703" y="2023"/>
                      <a:pt x="5829" y="2086"/>
                      <a:pt x="5923" y="2181"/>
                    </a:cubicBezTo>
                    <a:lnTo>
                      <a:pt x="6144" y="2055"/>
                    </a:lnTo>
                    <a:cubicBezTo>
                      <a:pt x="6194" y="2025"/>
                      <a:pt x="6251" y="2011"/>
                      <a:pt x="6308" y="2011"/>
                    </a:cubicBezTo>
                    <a:cubicBezTo>
                      <a:pt x="6430" y="2011"/>
                      <a:pt x="6552" y="2074"/>
                      <a:pt x="6616" y="2181"/>
                    </a:cubicBezTo>
                    <a:lnTo>
                      <a:pt x="7309" y="3410"/>
                    </a:lnTo>
                    <a:cubicBezTo>
                      <a:pt x="7467" y="3725"/>
                      <a:pt x="7246" y="3819"/>
                      <a:pt x="6963" y="3977"/>
                    </a:cubicBezTo>
                    <a:lnTo>
                      <a:pt x="6963" y="4386"/>
                    </a:lnTo>
                    <a:cubicBezTo>
                      <a:pt x="7246" y="4544"/>
                      <a:pt x="7467" y="4670"/>
                      <a:pt x="7309" y="4985"/>
                    </a:cubicBezTo>
                    <a:lnTo>
                      <a:pt x="6616" y="6182"/>
                    </a:lnTo>
                    <a:cubicBezTo>
                      <a:pt x="6531" y="6289"/>
                      <a:pt x="6417" y="6366"/>
                      <a:pt x="6303" y="6366"/>
                    </a:cubicBezTo>
                    <a:cubicBezTo>
                      <a:pt x="6249" y="6366"/>
                      <a:pt x="6195" y="6349"/>
                      <a:pt x="6144" y="6308"/>
                    </a:cubicBezTo>
                    <a:lnTo>
                      <a:pt x="5923" y="6182"/>
                    </a:lnTo>
                    <a:cubicBezTo>
                      <a:pt x="5829" y="6277"/>
                      <a:pt x="5703" y="6340"/>
                      <a:pt x="5577" y="6403"/>
                    </a:cubicBezTo>
                    <a:lnTo>
                      <a:pt x="5577" y="6623"/>
                    </a:lnTo>
                    <a:cubicBezTo>
                      <a:pt x="5577" y="6812"/>
                      <a:pt x="5419" y="6970"/>
                      <a:pt x="5230" y="6970"/>
                    </a:cubicBezTo>
                    <a:lnTo>
                      <a:pt x="3812" y="6970"/>
                    </a:lnTo>
                    <a:cubicBezTo>
                      <a:pt x="3623" y="6970"/>
                      <a:pt x="3466" y="6812"/>
                      <a:pt x="3466" y="6623"/>
                    </a:cubicBezTo>
                    <a:lnTo>
                      <a:pt x="3466" y="6403"/>
                    </a:lnTo>
                    <a:cubicBezTo>
                      <a:pt x="3340" y="6340"/>
                      <a:pt x="3214" y="6277"/>
                      <a:pt x="3119" y="6182"/>
                    </a:cubicBezTo>
                    <a:lnTo>
                      <a:pt x="2899" y="6308"/>
                    </a:lnTo>
                    <a:cubicBezTo>
                      <a:pt x="2848" y="6338"/>
                      <a:pt x="2791" y="6352"/>
                      <a:pt x="2734" y="6352"/>
                    </a:cubicBezTo>
                    <a:cubicBezTo>
                      <a:pt x="2613" y="6352"/>
                      <a:pt x="2490" y="6289"/>
                      <a:pt x="2426" y="6182"/>
                    </a:cubicBezTo>
                    <a:lnTo>
                      <a:pt x="1733" y="4985"/>
                    </a:lnTo>
                    <a:cubicBezTo>
                      <a:pt x="1638" y="4827"/>
                      <a:pt x="1670" y="4575"/>
                      <a:pt x="1859" y="4512"/>
                    </a:cubicBezTo>
                    <a:lnTo>
                      <a:pt x="2048" y="4386"/>
                    </a:lnTo>
                    <a:lnTo>
                      <a:pt x="2048" y="3977"/>
                    </a:lnTo>
                    <a:lnTo>
                      <a:pt x="1859" y="3882"/>
                    </a:lnTo>
                    <a:cubicBezTo>
                      <a:pt x="1702" y="3788"/>
                      <a:pt x="1607" y="3536"/>
                      <a:pt x="1733" y="3410"/>
                    </a:cubicBezTo>
                    <a:lnTo>
                      <a:pt x="2426" y="2181"/>
                    </a:lnTo>
                    <a:cubicBezTo>
                      <a:pt x="2490" y="2074"/>
                      <a:pt x="2612" y="1997"/>
                      <a:pt x="2733" y="1997"/>
                    </a:cubicBezTo>
                    <a:cubicBezTo>
                      <a:pt x="2790" y="1997"/>
                      <a:pt x="2848" y="2014"/>
                      <a:pt x="2899" y="2055"/>
                    </a:cubicBezTo>
                    <a:lnTo>
                      <a:pt x="3119" y="2181"/>
                    </a:lnTo>
                    <a:cubicBezTo>
                      <a:pt x="3214" y="2086"/>
                      <a:pt x="3340" y="2023"/>
                      <a:pt x="3466" y="1960"/>
                    </a:cubicBezTo>
                    <a:lnTo>
                      <a:pt x="3466" y="1740"/>
                    </a:lnTo>
                    <a:cubicBezTo>
                      <a:pt x="3466" y="1551"/>
                      <a:pt x="3623" y="1393"/>
                      <a:pt x="3812" y="1393"/>
                    </a:cubicBezTo>
                    <a:close/>
                    <a:moveTo>
                      <a:pt x="4547" y="0"/>
                    </a:moveTo>
                    <a:cubicBezTo>
                      <a:pt x="3499" y="0"/>
                      <a:pt x="2484" y="337"/>
                      <a:pt x="1670" y="984"/>
                    </a:cubicBezTo>
                    <a:cubicBezTo>
                      <a:pt x="630" y="1866"/>
                      <a:pt x="0" y="3158"/>
                      <a:pt x="0" y="4544"/>
                    </a:cubicBezTo>
                    <a:cubicBezTo>
                      <a:pt x="0" y="5804"/>
                      <a:pt x="504" y="6970"/>
                      <a:pt x="1418" y="7852"/>
                    </a:cubicBezTo>
                    <a:lnTo>
                      <a:pt x="1418" y="11632"/>
                    </a:lnTo>
                    <a:cubicBezTo>
                      <a:pt x="1418" y="11821"/>
                      <a:pt x="1575" y="11979"/>
                      <a:pt x="1765" y="11979"/>
                    </a:cubicBezTo>
                    <a:lnTo>
                      <a:pt x="5986" y="11979"/>
                    </a:lnTo>
                    <a:cubicBezTo>
                      <a:pt x="6175" y="11979"/>
                      <a:pt x="6333" y="11821"/>
                      <a:pt x="6333" y="11632"/>
                    </a:cubicBezTo>
                    <a:lnTo>
                      <a:pt x="6333" y="10530"/>
                    </a:lnTo>
                    <a:lnTo>
                      <a:pt x="8097" y="10530"/>
                    </a:lnTo>
                    <a:cubicBezTo>
                      <a:pt x="8286" y="10530"/>
                      <a:pt x="8444" y="10372"/>
                      <a:pt x="8444" y="10183"/>
                    </a:cubicBezTo>
                    <a:lnTo>
                      <a:pt x="8444" y="8387"/>
                    </a:lnTo>
                    <a:lnTo>
                      <a:pt x="9042" y="8387"/>
                    </a:lnTo>
                    <a:cubicBezTo>
                      <a:pt x="9389" y="8387"/>
                      <a:pt x="9767" y="8198"/>
                      <a:pt x="9956" y="7883"/>
                    </a:cubicBezTo>
                    <a:cubicBezTo>
                      <a:pt x="10082" y="7568"/>
                      <a:pt x="10082" y="7190"/>
                      <a:pt x="9924" y="6875"/>
                    </a:cubicBezTo>
                    <a:lnTo>
                      <a:pt x="9042" y="5237"/>
                    </a:lnTo>
                    <a:cubicBezTo>
                      <a:pt x="9137" y="4701"/>
                      <a:pt x="9137" y="4134"/>
                      <a:pt x="9011" y="3599"/>
                    </a:cubicBezTo>
                    <a:cubicBezTo>
                      <a:pt x="8664" y="1866"/>
                      <a:pt x="7246" y="480"/>
                      <a:pt x="5545" y="102"/>
                    </a:cubicBezTo>
                    <a:cubicBezTo>
                      <a:pt x="5213" y="34"/>
                      <a:pt x="4878" y="0"/>
                      <a:pt x="4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34"/>
              <p:cNvSpPr/>
              <p:nvPr/>
            </p:nvSpPr>
            <p:spPr>
              <a:xfrm>
                <a:off x="-48170050" y="3622650"/>
                <a:ext cx="100050" cy="103225"/>
              </a:xfrm>
              <a:custGeom>
                <a:rect b="b" l="l" r="r" t="t"/>
                <a:pathLst>
                  <a:path extrusionOk="0" h="4129" w="4002">
                    <a:moveTo>
                      <a:pt x="1985" y="1009"/>
                    </a:moveTo>
                    <a:cubicBezTo>
                      <a:pt x="2584" y="1009"/>
                      <a:pt x="3057" y="1482"/>
                      <a:pt x="3057" y="2080"/>
                    </a:cubicBezTo>
                    <a:cubicBezTo>
                      <a:pt x="3057" y="2647"/>
                      <a:pt x="2584" y="3120"/>
                      <a:pt x="1985" y="3120"/>
                    </a:cubicBezTo>
                    <a:cubicBezTo>
                      <a:pt x="1418" y="3120"/>
                      <a:pt x="946" y="2647"/>
                      <a:pt x="946" y="2080"/>
                    </a:cubicBezTo>
                    <a:cubicBezTo>
                      <a:pt x="946" y="1482"/>
                      <a:pt x="1418" y="1009"/>
                      <a:pt x="1985" y="1009"/>
                    </a:cubicBezTo>
                    <a:close/>
                    <a:moveTo>
                      <a:pt x="1639" y="1"/>
                    </a:moveTo>
                    <a:lnTo>
                      <a:pt x="1639" y="127"/>
                    </a:lnTo>
                    <a:cubicBezTo>
                      <a:pt x="1639" y="284"/>
                      <a:pt x="1576" y="410"/>
                      <a:pt x="1418" y="442"/>
                    </a:cubicBezTo>
                    <a:cubicBezTo>
                      <a:pt x="1198" y="537"/>
                      <a:pt x="1009" y="631"/>
                      <a:pt x="851" y="757"/>
                    </a:cubicBezTo>
                    <a:cubicBezTo>
                      <a:pt x="770" y="818"/>
                      <a:pt x="689" y="853"/>
                      <a:pt x="607" y="853"/>
                    </a:cubicBezTo>
                    <a:cubicBezTo>
                      <a:pt x="562" y="853"/>
                      <a:pt x="518" y="842"/>
                      <a:pt x="473" y="820"/>
                    </a:cubicBezTo>
                    <a:lnTo>
                      <a:pt x="347" y="726"/>
                    </a:lnTo>
                    <a:lnTo>
                      <a:pt x="1" y="1324"/>
                    </a:lnTo>
                    <a:lnTo>
                      <a:pt x="127" y="1387"/>
                    </a:lnTo>
                    <a:cubicBezTo>
                      <a:pt x="221" y="1482"/>
                      <a:pt x="316" y="1639"/>
                      <a:pt x="253" y="1765"/>
                    </a:cubicBezTo>
                    <a:cubicBezTo>
                      <a:pt x="221" y="1986"/>
                      <a:pt x="221" y="2143"/>
                      <a:pt x="253" y="2395"/>
                    </a:cubicBezTo>
                    <a:cubicBezTo>
                      <a:pt x="316" y="2553"/>
                      <a:pt x="221" y="2647"/>
                      <a:pt x="127" y="2742"/>
                    </a:cubicBezTo>
                    <a:lnTo>
                      <a:pt x="1" y="2805"/>
                    </a:lnTo>
                    <a:lnTo>
                      <a:pt x="347" y="3403"/>
                    </a:lnTo>
                    <a:lnTo>
                      <a:pt x="473" y="3340"/>
                    </a:lnTo>
                    <a:cubicBezTo>
                      <a:pt x="532" y="3297"/>
                      <a:pt x="590" y="3273"/>
                      <a:pt x="649" y="3273"/>
                    </a:cubicBezTo>
                    <a:cubicBezTo>
                      <a:pt x="716" y="3273"/>
                      <a:pt x="784" y="3304"/>
                      <a:pt x="851" y="3372"/>
                    </a:cubicBezTo>
                    <a:cubicBezTo>
                      <a:pt x="1009" y="3529"/>
                      <a:pt x="1198" y="3592"/>
                      <a:pt x="1418" y="3687"/>
                    </a:cubicBezTo>
                    <a:cubicBezTo>
                      <a:pt x="1576" y="3718"/>
                      <a:pt x="1639" y="3876"/>
                      <a:pt x="1639" y="4002"/>
                    </a:cubicBezTo>
                    <a:lnTo>
                      <a:pt x="1639" y="4128"/>
                    </a:lnTo>
                    <a:lnTo>
                      <a:pt x="2364" y="4128"/>
                    </a:lnTo>
                    <a:lnTo>
                      <a:pt x="2364" y="4002"/>
                    </a:lnTo>
                    <a:cubicBezTo>
                      <a:pt x="2364" y="3845"/>
                      <a:pt x="2427" y="3718"/>
                      <a:pt x="2584" y="3687"/>
                    </a:cubicBezTo>
                    <a:cubicBezTo>
                      <a:pt x="2805" y="3592"/>
                      <a:pt x="2994" y="3498"/>
                      <a:pt x="3151" y="3372"/>
                    </a:cubicBezTo>
                    <a:cubicBezTo>
                      <a:pt x="3224" y="3317"/>
                      <a:pt x="3298" y="3283"/>
                      <a:pt x="3371" y="3283"/>
                    </a:cubicBezTo>
                    <a:cubicBezTo>
                      <a:pt x="3424" y="3283"/>
                      <a:pt x="3476" y="3301"/>
                      <a:pt x="3529" y="3340"/>
                    </a:cubicBezTo>
                    <a:lnTo>
                      <a:pt x="3655" y="3403"/>
                    </a:lnTo>
                    <a:lnTo>
                      <a:pt x="4002" y="2805"/>
                    </a:lnTo>
                    <a:lnTo>
                      <a:pt x="3876" y="2742"/>
                    </a:lnTo>
                    <a:cubicBezTo>
                      <a:pt x="3781" y="2647"/>
                      <a:pt x="3687" y="2490"/>
                      <a:pt x="3750" y="2395"/>
                    </a:cubicBezTo>
                    <a:cubicBezTo>
                      <a:pt x="3781" y="2143"/>
                      <a:pt x="3781" y="1986"/>
                      <a:pt x="3750" y="1765"/>
                    </a:cubicBezTo>
                    <a:cubicBezTo>
                      <a:pt x="3687" y="1608"/>
                      <a:pt x="3781" y="1482"/>
                      <a:pt x="3876" y="1387"/>
                    </a:cubicBezTo>
                    <a:lnTo>
                      <a:pt x="4002" y="1324"/>
                    </a:lnTo>
                    <a:lnTo>
                      <a:pt x="3655" y="726"/>
                    </a:lnTo>
                    <a:lnTo>
                      <a:pt x="3529" y="820"/>
                    </a:lnTo>
                    <a:cubicBezTo>
                      <a:pt x="3477" y="846"/>
                      <a:pt x="3425" y="861"/>
                      <a:pt x="3373" y="861"/>
                    </a:cubicBezTo>
                    <a:cubicBezTo>
                      <a:pt x="3299" y="861"/>
                      <a:pt x="3225" y="831"/>
                      <a:pt x="3151" y="757"/>
                    </a:cubicBezTo>
                    <a:cubicBezTo>
                      <a:pt x="2994" y="600"/>
                      <a:pt x="2805" y="537"/>
                      <a:pt x="2584" y="442"/>
                    </a:cubicBezTo>
                    <a:cubicBezTo>
                      <a:pt x="2427" y="410"/>
                      <a:pt x="2364" y="253"/>
                      <a:pt x="2364" y="127"/>
                    </a:cubicBezTo>
                    <a:lnTo>
                      <a:pt x="2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34"/>
              <p:cNvSpPr/>
              <p:nvPr/>
            </p:nvSpPr>
            <p:spPr>
              <a:xfrm>
                <a:off x="-48129100" y="3665200"/>
                <a:ext cx="18150" cy="18125"/>
              </a:xfrm>
              <a:custGeom>
                <a:rect b="b" l="l" r="r" t="t"/>
                <a:pathLst>
                  <a:path extrusionOk="0" h="725" w="726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68" y="725"/>
                      <a:pt x="726" y="567"/>
                      <a:pt x="726" y="378"/>
                    </a:cubicBezTo>
                    <a:cubicBezTo>
                      <a:pt x="726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"/>
          <p:cNvSpPr txBox="1"/>
          <p:nvPr>
            <p:ph type="title"/>
          </p:nvPr>
        </p:nvSpPr>
        <p:spPr>
          <a:xfrm>
            <a:off x="909050" y="2267607"/>
            <a:ext cx="4812600" cy="14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for Team</a:t>
            </a:r>
            <a:r>
              <a:rPr lang="en"/>
              <a:t> →</a:t>
            </a:r>
            <a:endParaRPr/>
          </a:p>
        </p:txBody>
      </p:sp>
      <p:sp>
        <p:nvSpPr>
          <p:cNvPr id="438" name="Google Shape;438;p35"/>
          <p:cNvSpPr txBox="1"/>
          <p:nvPr>
            <p:ph idx="2" type="title"/>
          </p:nvPr>
        </p:nvSpPr>
        <p:spPr>
          <a:xfrm>
            <a:off x="909050" y="1162713"/>
            <a:ext cx="4812600" cy="11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 </a:t>
            </a:r>
            <a:endParaRPr/>
          </a:p>
        </p:txBody>
      </p:sp>
      <p:sp>
        <p:nvSpPr>
          <p:cNvPr id="439" name="Google Shape;439;p35"/>
          <p:cNvSpPr/>
          <p:nvPr/>
        </p:nvSpPr>
        <p:spPr>
          <a:xfrm>
            <a:off x="7568925" y="1295750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5"/>
          <p:cNvSpPr/>
          <p:nvPr/>
        </p:nvSpPr>
        <p:spPr>
          <a:xfrm>
            <a:off x="6381275" y="136036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5"/>
          <p:cNvSpPr/>
          <p:nvPr/>
        </p:nvSpPr>
        <p:spPr>
          <a:xfrm>
            <a:off x="6513275" y="126545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35"/>
          <p:cNvGrpSpPr/>
          <p:nvPr/>
        </p:nvGrpSpPr>
        <p:grpSpPr>
          <a:xfrm>
            <a:off x="7125139" y="2016949"/>
            <a:ext cx="554809" cy="554809"/>
            <a:chOff x="5724800" y="2169125"/>
            <a:chExt cx="587100" cy="587100"/>
          </a:xfrm>
        </p:grpSpPr>
        <p:sp>
          <p:nvSpPr>
            <p:cNvPr id="443" name="Google Shape;443;p35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5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6" name="Google Shape;446;p35"/>
          <p:cNvSpPr/>
          <p:nvPr/>
        </p:nvSpPr>
        <p:spPr>
          <a:xfrm>
            <a:off x="6839250" y="17814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35"/>
          <p:cNvGrpSpPr/>
          <p:nvPr/>
        </p:nvGrpSpPr>
        <p:grpSpPr>
          <a:xfrm>
            <a:off x="7125145" y="772239"/>
            <a:ext cx="835737" cy="835737"/>
            <a:chOff x="6810900" y="2169125"/>
            <a:chExt cx="587100" cy="587100"/>
          </a:xfrm>
        </p:grpSpPr>
        <p:sp>
          <p:nvSpPr>
            <p:cNvPr id="448" name="Google Shape;448;p35"/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5"/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0" name="Google Shape;450;p35"/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451" name="Google Shape;451;p35"/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rect b="b" l="l" r="r" t="t"/>
                <a:pathLst>
                  <a:path extrusionOk="0" h="4916" w="5073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35"/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rect b="b" l="l" r="r" t="t"/>
                <a:pathLst>
                  <a:path extrusionOk="0" h="9958" w="9925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6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</a:t>
            </a:r>
            <a:endParaRPr/>
          </a:p>
        </p:txBody>
      </p:sp>
      <p:grpSp>
        <p:nvGrpSpPr>
          <p:cNvPr id="458" name="Google Shape;458;p36"/>
          <p:cNvGrpSpPr/>
          <p:nvPr/>
        </p:nvGrpSpPr>
        <p:grpSpPr>
          <a:xfrm>
            <a:off x="1490400" y="2244305"/>
            <a:ext cx="1848900" cy="2300895"/>
            <a:chOff x="874125" y="2043655"/>
            <a:chExt cx="1848900" cy="2300895"/>
          </a:xfrm>
        </p:grpSpPr>
        <p:grpSp>
          <p:nvGrpSpPr>
            <p:cNvPr id="459" name="Google Shape;459;p36"/>
            <p:cNvGrpSpPr/>
            <p:nvPr/>
          </p:nvGrpSpPr>
          <p:grpSpPr>
            <a:xfrm>
              <a:off x="1154244" y="2043655"/>
              <a:ext cx="1288644" cy="1608207"/>
              <a:chOff x="6777990" y="3874492"/>
              <a:chExt cx="411129" cy="513083"/>
            </a:xfrm>
          </p:grpSpPr>
          <p:cxnSp>
            <p:nvCxnSpPr>
              <p:cNvPr id="460" name="Google Shape;460;p36"/>
              <p:cNvCxnSpPr/>
              <p:nvPr/>
            </p:nvCxnSpPr>
            <p:spPr>
              <a:xfrm>
                <a:off x="6977019" y="4216875"/>
                <a:ext cx="0" cy="170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diamond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</p:cxnSp>
          <p:sp>
            <p:nvSpPr>
              <p:cNvPr id="461" name="Google Shape;461;p36"/>
              <p:cNvSpPr/>
              <p:nvPr/>
            </p:nvSpPr>
            <p:spPr>
              <a:xfrm>
                <a:off x="6777990" y="3874492"/>
                <a:ext cx="411129" cy="356237"/>
              </a:xfrm>
              <a:custGeom>
                <a:rect b="b" l="l" r="r" t="t"/>
                <a:pathLst>
                  <a:path extrusionOk="0" h="60023" w="69272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9050">
                <a:solidFill>
                  <a:srgbClr val="A5B7C5"/>
                </a:solidFill>
                <a:prstDash val="solid"/>
                <a:miter lim="58162"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2" name="Google Shape;462;p36"/>
            <p:cNvSpPr txBox="1"/>
            <p:nvPr/>
          </p:nvSpPr>
          <p:spPr>
            <a:xfrm>
              <a:off x="1300575" y="2224200"/>
              <a:ext cx="996000" cy="6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accent6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Speed </a:t>
              </a:r>
              <a:endParaRPr b="1" sz="1300">
                <a:solidFill>
                  <a:schemeClr val="accent6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accent6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&amp; </a:t>
              </a:r>
              <a:endParaRPr b="1" sz="1300">
                <a:solidFill>
                  <a:schemeClr val="accent6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accent6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Efficiency</a:t>
              </a:r>
              <a:endParaRPr b="1" sz="1300">
                <a:solidFill>
                  <a:schemeClr val="accent6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463" name="Google Shape;463;p36"/>
            <p:cNvSpPr txBox="1"/>
            <p:nvPr/>
          </p:nvSpPr>
          <p:spPr>
            <a:xfrm>
              <a:off x="874125" y="3651850"/>
              <a:ext cx="1848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accelerates workflows with fast pipeline setup and real-time feedback.</a:t>
              </a:r>
              <a:endParaRPr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464" name="Google Shape;464;p36"/>
          <p:cNvGrpSpPr/>
          <p:nvPr/>
        </p:nvGrpSpPr>
        <p:grpSpPr>
          <a:xfrm>
            <a:off x="3531500" y="1225838"/>
            <a:ext cx="1848900" cy="2691805"/>
            <a:chOff x="3352350" y="1228038"/>
            <a:chExt cx="1848900" cy="2691805"/>
          </a:xfrm>
        </p:grpSpPr>
        <p:grpSp>
          <p:nvGrpSpPr>
            <p:cNvPr id="465" name="Google Shape;465;p36"/>
            <p:cNvGrpSpPr/>
            <p:nvPr/>
          </p:nvGrpSpPr>
          <p:grpSpPr>
            <a:xfrm>
              <a:off x="3632499" y="2288277"/>
              <a:ext cx="1288625" cy="1631565"/>
              <a:chOff x="7188425" y="3710194"/>
              <a:chExt cx="411123" cy="520535"/>
            </a:xfrm>
          </p:grpSpPr>
          <p:cxnSp>
            <p:nvCxnSpPr>
              <p:cNvPr id="466" name="Google Shape;466;p36"/>
              <p:cNvCxnSpPr/>
              <p:nvPr/>
            </p:nvCxnSpPr>
            <p:spPr>
              <a:xfrm rot="10800000">
                <a:off x="7393988" y="3710194"/>
                <a:ext cx="0" cy="170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diamond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</p:cxnSp>
          <p:sp>
            <p:nvSpPr>
              <p:cNvPr id="467" name="Google Shape;467;p36"/>
              <p:cNvSpPr/>
              <p:nvPr/>
            </p:nvSpPr>
            <p:spPr>
              <a:xfrm>
                <a:off x="7188425" y="3874492"/>
                <a:ext cx="411123" cy="356237"/>
              </a:xfrm>
              <a:custGeom>
                <a:rect b="b" l="l" r="r" t="t"/>
                <a:pathLst>
                  <a:path extrusionOk="0" h="60023" w="69271">
                    <a:moveTo>
                      <a:pt x="17274" y="0"/>
                    </a:moveTo>
                    <a:lnTo>
                      <a:pt x="0" y="30011"/>
                    </a:lnTo>
                    <a:lnTo>
                      <a:pt x="17274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rgbClr val="A5B7C5"/>
                </a:solidFill>
                <a:prstDash val="solid"/>
                <a:miter lim="58162"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8" name="Google Shape;468;p36"/>
            <p:cNvSpPr txBox="1"/>
            <p:nvPr/>
          </p:nvSpPr>
          <p:spPr>
            <a:xfrm>
              <a:off x="3578988" y="3159300"/>
              <a:ext cx="1395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accent4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Collaboration</a:t>
              </a:r>
              <a:endParaRPr b="1" sz="1300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469" name="Google Shape;469;p36"/>
            <p:cNvSpPr txBox="1"/>
            <p:nvPr/>
          </p:nvSpPr>
          <p:spPr>
            <a:xfrm>
              <a:off x="3352350" y="1228038"/>
              <a:ext cx="1848900" cy="10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accent2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seamless teamwork with visual pipelines and intuitive interface that simplifies learning for all users</a:t>
              </a:r>
              <a:endParaRPr sz="11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5572600" y="2159705"/>
            <a:ext cx="2221500" cy="2470095"/>
            <a:chOff x="6026725" y="2244305"/>
            <a:chExt cx="2221500" cy="2470095"/>
          </a:xfrm>
        </p:grpSpPr>
        <p:grpSp>
          <p:nvGrpSpPr>
            <p:cNvPr id="471" name="Google Shape;471;p36"/>
            <p:cNvGrpSpPr/>
            <p:nvPr/>
          </p:nvGrpSpPr>
          <p:grpSpPr>
            <a:xfrm>
              <a:off x="6521699" y="2244305"/>
              <a:ext cx="1289723" cy="1608207"/>
              <a:chOff x="7603341" y="3874492"/>
              <a:chExt cx="411474" cy="513083"/>
            </a:xfrm>
          </p:grpSpPr>
          <p:cxnSp>
            <p:nvCxnSpPr>
              <p:cNvPr id="472" name="Google Shape;472;p36"/>
              <p:cNvCxnSpPr/>
              <p:nvPr/>
            </p:nvCxnSpPr>
            <p:spPr>
              <a:xfrm>
                <a:off x="7809095" y="4216875"/>
                <a:ext cx="0" cy="170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diamond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</p:cxnSp>
          <p:sp>
            <p:nvSpPr>
              <p:cNvPr id="473" name="Google Shape;473;p36"/>
              <p:cNvSpPr/>
              <p:nvPr/>
            </p:nvSpPr>
            <p:spPr>
              <a:xfrm>
                <a:off x="7603341" y="3874492"/>
                <a:ext cx="411474" cy="356237"/>
              </a:xfrm>
              <a:custGeom>
                <a:rect b="b" l="l" r="r" t="t"/>
                <a:pathLst>
                  <a:path extrusionOk="0" h="60023" w="69330">
                    <a:moveTo>
                      <a:pt x="17333" y="0"/>
                    </a:moveTo>
                    <a:lnTo>
                      <a:pt x="1" y="30011"/>
                    </a:lnTo>
                    <a:lnTo>
                      <a:pt x="17333" y="60023"/>
                    </a:lnTo>
                    <a:lnTo>
                      <a:pt x="51998" y="60023"/>
                    </a:lnTo>
                    <a:lnTo>
                      <a:pt x="69330" y="30011"/>
                    </a:lnTo>
                    <a:lnTo>
                      <a:pt x="51998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rgbClr val="A5B7C5"/>
                </a:solidFill>
                <a:prstDash val="solid"/>
                <a:miter lim="58162"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4" name="Google Shape;474;p36"/>
            <p:cNvSpPr txBox="1"/>
            <p:nvPr/>
          </p:nvSpPr>
          <p:spPr>
            <a:xfrm>
              <a:off x="6435760" y="2624725"/>
              <a:ext cx="1461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accent4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Scalability</a:t>
              </a:r>
              <a:endParaRPr b="1" sz="1300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475" name="Google Shape;475;p36"/>
            <p:cNvSpPr txBox="1"/>
            <p:nvPr/>
          </p:nvSpPr>
          <p:spPr>
            <a:xfrm>
              <a:off x="6026725" y="3852500"/>
              <a:ext cx="22215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scales for all team sizes and supports microservices, enabling efficient, independent service deployments</a:t>
              </a:r>
              <a:endParaRPr sz="11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7"/>
          <p:cNvSpPr txBox="1"/>
          <p:nvPr>
            <p:ph type="title"/>
          </p:nvPr>
        </p:nvSpPr>
        <p:spPr>
          <a:xfrm>
            <a:off x="909050" y="2267600"/>
            <a:ext cx="5306700" cy="14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and Case Studies</a:t>
            </a:r>
            <a:r>
              <a:rPr lang="en"/>
              <a:t> →</a:t>
            </a:r>
            <a:endParaRPr/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909050" y="1162713"/>
            <a:ext cx="4812600" cy="11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 </a:t>
            </a:r>
            <a:endParaRPr/>
          </a:p>
        </p:txBody>
      </p:sp>
      <p:sp>
        <p:nvSpPr>
          <p:cNvPr id="482" name="Google Shape;482;p37"/>
          <p:cNvSpPr/>
          <p:nvPr/>
        </p:nvSpPr>
        <p:spPr>
          <a:xfrm>
            <a:off x="7568925" y="1295750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7"/>
          <p:cNvSpPr/>
          <p:nvPr/>
        </p:nvSpPr>
        <p:spPr>
          <a:xfrm>
            <a:off x="6381275" y="136036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7"/>
          <p:cNvSpPr/>
          <p:nvPr/>
        </p:nvSpPr>
        <p:spPr>
          <a:xfrm>
            <a:off x="6513275" y="126545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5" name="Google Shape;485;p37"/>
          <p:cNvGrpSpPr/>
          <p:nvPr/>
        </p:nvGrpSpPr>
        <p:grpSpPr>
          <a:xfrm>
            <a:off x="7125139" y="2016949"/>
            <a:ext cx="554809" cy="554809"/>
            <a:chOff x="5724800" y="2169125"/>
            <a:chExt cx="587100" cy="587100"/>
          </a:xfrm>
        </p:grpSpPr>
        <p:sp>
          <p:nvSpPr>
            <p:cNvPr id="486" name="Google Shape;486;p37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" name="Google Shape;489;p37"/>
          <p:cNvSpPr/>
          <p:nvPr/>
        </p:nvSpPr>
        <p:spPr>
          <a:xfrm>
            <a:off x="6839250" y="17814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0" name="Google Shape;490;p37"/>
          <p:cNvGrpSpPr/>
          <p:nvPr/>
        </p:nvGrpSpPr>
        <p:grpSpPr>
          <a:xfrm>
            <a:off x="7125145" y="772239"/>
            <a:ext cx="835737" cy="835737"/>
            <a:chOff x="6810900" y="2169125"/>
            <a:chExt cx="587100" cy="587100"/>
          </a:xfrm>
        </p:grpSpPr>
        <p:sp>
          <p:nvSpPr>
            <p:cNvPr id="491" name="Google Shape;491;p37"/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3" name="Google Shape;493;p37"/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494" name="Google Shape;494;p37"/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rect b="b" l="l" r="r" t="t"/>
                <a:pathLst>
                  <a:path extrusionOk="0" h="4916" w="5073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37"/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rect b="b" l="l" r="r" t="t"/>
                <a:pathLst>
                  <a:path extrusionOk="0" h="9958" w="9925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38"/>
          <p:cNvGrpSpPr/>
          <p:nvPr/>
        </p:nvGrpSpPr>
        <p:grpSpPr>
          <a:xfrm>
            <a:off x="5519086" y="2446719"/>
            <a:ext cx="2045117" cy="2045127"/>
            <a:chOff x="1190500" y="238125"/>
            <a:chExt cx="5237175" cy="5237200"/>
          </a:xfrm>
        </p:grpSpPr>
        <p:sp>
          <p:nvSpPr>
            <p:cNvPr id="501" name="Google Shape;501;p38"/>
            <p:cNvSpPr/>
            <p:nvPr/>
          </p:nvSpPr>
          <p:spPr>
            <a:xfrm>
              <a:off x="1190500" y="238125"/>
              <a:ext cx="5237175" cy="5237200"/>
            </a:xfrm>
            <a:custGeom>
              <a:rect b="b" l="l" r="r" t="t"/>
              <a:pathLst>
                <a:path extrusionOk="0" h="209488" w="209487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8"/>
            <p:cNvSpPr/>
            <p:nvPr/>
          </p:nvSpPr>
          <p:spPr>
            <a:xfrm>
              <a:off x="1732050" y="779675"/>
              <a:ext cx="4154050" cy="4154075"/>
            </a:xfrm>
            <a:custGeom>
              <a:rect b="b" l="l" r="r" t="t"/>
              <a:pathLst>
                <a:path extrusionOk="0" h="166163" w="166162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2297475" y="1345125"/>
              <a:ext cx="3023200" cy="3023200"/>
            </a:xfrm>
            <a:custGeom>
              <a:rect b="b" l="l" r="r" t="t"/>
              <a:pathLst>
                <a:path extrusionOk="0" h="120928" w="120928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4" name="Google Shape;504;p38"/>
          <p:cNvGrpSpPr/>
          <p:nvPr/>
        </p:nvGrpSpPr>
        <p:grpSpPr>
          <a:xfrm>
            <a:off x="1650049" y="2446719"/>
            <a:ext cx="2045117" cy="2045127"/>
            <a:chOff x="1190500" y="238125"/>
            <a:chExt cx="5237175" cy="5237200"/>
          </a:xfrm>
        </p:grpSpPr>
        <p:sp>
          <p:nvSpPr>
            <p:cNvPr id="505" name="Google Shape;505;p38"/>
            <p:cNvSpPr/>
            <p:nvPr/>
          </p:nvSpPr>
          <p:spPr>
            <a:xfrm>
              <a:off x="1190500" y="238125"/>
              <a:ext cx="5237175" cy="5237200"/>
            </a:xfrm>
            <a:custGeom>
              <a:rect b="b" l="l" r="r" t="t"/>
              <a:pathLst>
                <a:path extrusionOk="0" h="209488" w="209487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1732050" y="779675"/>
              <a:ext cx="4154050" cy="4154075"/>
            </a:xfrm>
            <a:custGeom>
              <a:rect b="b" l="l" r="r" t="t"/>
              <a:pathLst>
                <a:path extrusionOk="0" h="166163" w="166162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2297475" y="1345125"/>
              <a:ext cx="3023200" cy="3023200"/>
            </a:xfrm>
            <a:custGeom>
              <a:rect b="b" l="l" r="r" t="t"/>
              <a:pathLst>
                <a:path extrusionOk="0" h="120928" w="120928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38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Delivery for Mobile Apps</a:t>
            </a:r>
            <a:endParaRPr/>
          </a:p>
        </p:txBody>
      </p:sp>
      <p:sp>
        <p:nvSpPr>
          <p:cNvPr id="509" name="Google Shape;509;p38"/>
          <p:cNvSpPr txBox="1"/>
          <p:nvPr>
            <p:ph idx="4294967295" type="body"/>
          </p:nvPr>
        </p:nvSpPr>
        <p:spPr>
          <a:xfrm>
            <a:off x="857675" y="1159113"/>
            <a:ext cx="7713900" cy="128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Scenario: A team developing mobile apps needs to continuously build and deploy versions to the App Store or Google Play.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with Buddy: The team can use Buddy’s pre-built actions for mobile applications to: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Build the Android or iOS app.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Run automated tests for the app.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Automatically deploy the app to Google Play or the App Store upon approval.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0" name="Google Shape;510;p38"/>
          <p:cNvGrpSpPr/>
          <p:nvPr/>
        </p:nvGrpSpPr>
        <p:grpSpPr>
          <a:xfrm>
            <a:off x="1522110" y="3606866"/>
            <a:ext cx="835800" cy="835800"/>
            <a:chOff x="4818747" y="4959641"/>
            <a:chExt cx="835800" cy="835800"/>
          </a:xfrm>
        </p:grpSpPr>
        <p:sp>
          <p:nvSpPr>
            <p:cNvPr id="511" name="Google Shape;511;p38"/>
            <p:cNvSpPr/>
            <p:nvPr/>
          </p:nvSpPr>
          <p:spPr>
            <a:xfrm>
              <a:off x="4818747" y="4959641"/>
              <a:ext cx="835800" cy="8358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4919765" y="5060655"/>
              <a:ext cx="633600" cy="633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" name="Google Shape;513;p38"/>
          <p:cNvSpPr/>
          <p:nvPr/>
        </p:nvSpPr>
        <p:spPr>
          <a:xfrm>
            <a:off x="7296288" y="4291174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8"/>
          <p:cNvSpPr/>
          <p:nvPr/>
        </p:nvSpPr>
        <p:spPr>
          <a:xfrm>
            <a:off x="2160281" y="4544625"/>
            <a:ext cx="151500" cy="151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38"/>
          <p:cNvGrpSpPr/>
          <p:nvPr/>
        </p:nvGrpSpPr>
        <p:grpSpPr>
          <a:xfrm>
            <a:off x="1780270" y="3837280"/>
            <a:ext cx="380029" cy="374980"/>
            <a:chOff x="-1951475" y="3597450"/>
            <a:chExt cx="295375" cy="291450"/>
          </a:xfrm>
        </p:grpSpPr>
        <p:sp>
          <p:nvSpPr>
            <p:cNvPr id="516" name="Google Shape;516;p38"/>
            <p:cNvSpPr/>
            <p:nvPr/>
          </p:nvSpPr>
          <p:spPr>
            <a:xfrm>
              <a:off x="-1951475" y="3597450"/>
              <a:ext cx="170925" cy="34675"/>
            </a:xfrm>
            <a:custGeom>
              <a:rect b="b" l="l" r="r" t="t"/>
              <a:pathLst>
                <a:path extrusionOk="0" h="1387" w="6837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-1949900" y="3648650"/>
              <a:ext cx="171725" cy="173300"/>
            </a:xfrm>
            <a:custGeom>
              <a:rect b="b" l="l" r="r" t="t"/>
              <a:pathLst>
                <a:path extrusionOk="0" h="6932" w="6869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-1951475" y="3838475"/>
              <a:ext cx="170925" cy="50425"/>
            </a:xfrm>
            <a:custGeom>
              <a:rect b="b" l="l" r="r" t="t"/>
              <a:pathLst>
                <a:path extrusionOk="0" h="2017" w="6837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8"/>
            <p:cNvSpPr/>
            <p:nvPr/>
          </p:nvSpPr>
          <p:spPr>
            <a:xfrm>
              <a:off x="-1912900" y="3675825"/>
              <a:ext cx="256800" cy="202825"/>
            </a:xfrm>
            <a:custGeom>
              <a:rect b="b" l="l" r="r" t="t"/>
              <a:pathLst>
                <a:path extrusionOk="0" h="8113" w="10272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38"/>
          <p:cNvSpPr/>
          <p:nvPr/>
        </p:nvSpPr>
        <p:spPr>
          <a:xfrm>
            <a:off x="3270250" y="2624150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8"/>
          <p:cNvSpPr/>
          <p:nvPr/>
        </p:nvSpPr>
        <p:spPr>
          <a:xfrm>
            <a:off x="3181456" y="278717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2" name="Google Shape;522;p38"/>
          <p:cNvGrpSpPr/>
          <p:nvPr/>
        </p:nvGrpSpPr>
        <p:grpSpPr>
          <a:xfrm>
            <a:off x="6786197" y="2598716"/>
            <a:ext cx="835800" cy="835800"/>
            <a:chOff x="4818747" y="4959641"/>
            <a:chExt cx="835800" cy="835800"/>
          </a:xfrm>
        </p:grpSpPr>
        <p:sp>
          <p:nvSpPr>
            <p:cNvPr id="523" name="Google Shape;523;p38"/>
            <p:cNvSpPr/>
            <p:nvPr/>
          </p:nvSpPr>
          <p:spPr>
            <a:xfrm>
              <a:off x="4818747" y="4959641"/>
              <a:ext cx="835800" cy="8358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4919765" y="5060655"/>
              <a:ext cx="633600" cy="633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5" name="Google Shape;525;p38"/>
          <p:cNvSpPr/>
          <p:nvPr/>
        </p:nvSpPr>
        <p:spPr>
          <a:xfrm>
            <a:off x="5519068" y="2598724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8"/>
          <p:cNvSpPr/>
          <p:nvPr/>
        </p:nvSpPr>
        <p:spPr>
          <a:xfrm>
            <a:off x="5960163" y="2750225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7" name="Google Shape;527;p38"/>
          <p:cNvGrpSpPr/>
          <p:nvPr/>
        </p:nvGrpSpPr>
        <p:grpSpPr>
          <a:xfrm>
            <a:off x="7062344" y="2830403"/>
            <a:ext cx="283508" cy="372427"/>
            <a:chOff x="-4082800" y="3612425"/>
            <a:chExt cx="222150" cy="291825"/>
          </a:xfrm>
        </p:grpSpPr>
        <p:sp>
          <p:nvSpPr>
            <p:cNvPr id="528" name="Google Shape;528;p38"/>
            <p:cNvSpPr/>
            <p:nvPr/>
          </p:nvSpPr>
          <p:spPr>
            <a:xfrm>
              <a:off x="-4027650" y="3663625"/>
              <a:ext cx="112650" cy="119725"/>
            </a:xfrm>
            <a:custGeom>
              <a:rect b="b" l="l" r="r" t="t"/>
              <a:pathLst>
                <a:path extrusionOk="0" h="4789" w="4506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-4082800" y="3612425"/>
              <a:ext cx="222150" cy="291825"/>
            </a:xfrm>
            <a:custGeom>
              <a:rect b="b" l="l" r="r" t="t"/>
              <a:pathLst>
                <a:path extrusionOk="0" h="11673" w="8886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-3980400" y="3714800"/>
              <a:ext cx="17350" cy="17375"/>
            </a:xfrm>
            <a:custGeom>
              <a:rect b="b" l="l" r="r" t="t"/>
              <a:pathLst>
                <a:path extrusionOk="0" h="695" w="694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1" name="Google Shape;531;p38"/>
          <p:cNvSpPr/>
          <p:nvPr/>
        </p:nvSpPr>
        <p:spPr>
          <a:xfrm>
            <a:off x="5670563" y="4051475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8"/>
          <p:cNvSpPr/>
          <p:nvPr/>
        </p:nvSpPr>
        <p:spPr>
          <a:xfrm>
            <a:off x="6119763" y="4353888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250" y="2870925"/>
            <a:ext cx="1196696" cy="119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9888" y="2957525"/>
            <a:ext cx="1023525" cy="10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9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Workflow Automation</a:t>
            </a:r>
            <a:endParaRPr/>
          </a:p>
        </p:txBody>
      </p:sp>
      <p:sp>
        <p:nvSpPr>
          <p:cNvPr id="540" name="Google Shape;540;p39"/>
          <p:cNvSpPr txBox="1"/>
          <p:nvPr/>
        </p:nvSpPr>
        <p:spPr>
          <a:xfrm>
            <a:off x="4572000" y="1199200"/>
            <a:ext cx="3857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Example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1" name="Google Shape;541;p39"/>
          <p:cNvSpPr txBox="1"/>
          <p:nvPr/>
        </p:nvSpPr>
        <p:spPr>
          <a:xfrm>
            <a:off x="4572000" y="1632025"/>
            <a:ext cx="38571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company reduced </a:t>
            </a: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manual intervention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achieving faster and more reliable releases while minimizing errors and bottlenecks by adapting Buddy.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2" name="Google Shape;542;p39"/>
          <p:cNvSpPr txBox="1"/>
          <p:nvPr/>
        </p:nvSpPr>
        <p:spPr>
          <a:xfrm>
            <a:off x="4494925" y="3060850"/>
            <a:ext cx="3857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Time-Saving Benefits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3" name="Google Shape;543;p39"/>
          <p:cNvSpPr txBox="1"/>
          <p:nvPr/>
        </p:nvSpPr>
        <p:spPr>
          <a:xfrm>
            <a:off x="4572000" y="3479350"/>
            <a:ext cx="38571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Automation of </a:t>
            </a: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repetitive tasks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such as testing and deployments, significantly improves team efficiency.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544" name="Google Shape;5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100" y="1246050"/>
            <a:ext cx="3639500" cy="363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5" name="Google Shape;545;p39"/>
          <p:cNvGrpSpPr/>
          <p:nvPr/>
        </p:nvGrpSpPr>
        <p:grpSpPr>
          <a:xfrm>
            <a:off x="1047461" y="1421498"/>
            <a:ext cx="3211436" cy="3211451"/>
            <a:chOff x="1190500" y="238125"/>
            <a:chExt cx="5237175" cy="5237200"/>
          </a:xfrm>
        </p:grpSpPr>
        <p:sp>
          <p:nvSpPr>
            <p:cNvPr id="546" name="Google Shape;546;p39"/>
            <p:cNvSpPr/>
            <p:nvPr/>
          </p:nvSpPr>
          <p:spPr>
            <a:xfrm>
              <a:off x="1190500" y="238125"/>
              <a:ext cx="5237175" cy="5237200"/>
            </a:xfrm>
            <a:custGeom>
              <a:rect b="b" l="l" r="r" t="t"/>
              <a:pathLst>
                <a:path extrusionOk="0" h="209488" w="209487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1732050" y="779675"/>
              <a:ext cx="4154050" cy="4154075"/>
            </a:xfrm>
            <a:custGeom>
              <a:rect b="b" l="l" r="r" t="t"/>
              <a:pathLst>
                <a:path extrusionOk="0" h="166163" w="166162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2297475" y="1345125"/>
              <a:ext cx="3023200" cy="3023200"/>
            </a:xfrm>
            <a:custGeom>
              <a:rect b="b" l="l" r="r" t="t"/>
              <a:pathLst>
                <a:path extrusionOk="0" h="120928" w="120928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9" name="Google Shape;549;p39"/>
          <p:cNvGrpSpPr/>
          <p:nvPr/>
        </p:nvGrpSpPr>
        <p:grpSpPr>
          <a:xfrm>
            <a:off x="1755282" y="2827799"/>
            <a:ext cx="554700" cy="554700"/>
            <a:chOff x="1221094" y="2847175"/>
            <a:chExt cx="554700" cy="554700"/>
          </a:xfrm>
        </p:grpSpPr>
        <p:sp>
          <p:nvSpPr>
            <p:cNvPr id="550" name="Google Shape;550;p39"/>
            <p:cNvSpPr/>
            <p:nvPr/>
          </p:nvSpPr>
          <p:spPr>
            <a:xfrm>
              <a:off x="1221094" y="2847175"/>
              <a:ext cx="554700" cy="5547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1288144" y="2914222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2" name="Google Shape;552;p39"/>
            <p:cNvGrpSpPr/>
            <p:nvPr/>
          </p:nvGrpSpPr>
          <p:grpSpPr>
            <a:xfrm>
              <a:off x="1389861" y="2980064"/>
              <a:ext cx="217166" cy="258028"/>
              <a:chOff x="-48233050" y="3569725"/>
              <a:chExt cx="252050" cy="299475"/>
            </a:xfrm>
          </p:grpSpPr>
          <p:sp>
            <p:nvSpPr>
              <p:cNvPr id="553" name="Google Shape;553;p39"/>
              <p:cNvSpPr/>
              <p:nvPr/>
            </p:nvSpPr>
            <p:spPr>
              <a:xfrm>
                <a:off x="-48233050" y="3569725"/>
                <a:ext cx="252050" cy="299475"/>
              </a:xfrm>
              <a:custGeom>
                <a:rect b="b" l="l" r="r" t="t"/>
                <a:pathLst>
                  <a:path extrusionOk="0" h="11979" w="10082">
                    <a:moveTo>
                      <a:pt x="5230" y="1393"/>
                    </a:moveTo>
                    <a:cubicBezTo>
                      <a:pt x="5419" y="1393"/>
                      <a:pt x="5577" y="1551"/>
                      <a:pt x="5577" y="1740"/>
                    </a:cubicBezTo>
                    <a:lnTo>
                      <a:pt x="5577" y="1960"/>
                    </a:lnTo>
                    <a:cubicBezTo>
                      <a:pt x="5703" y="2023"/>
                      <a:pt x="5829" y="2086"/>
                      <a:pt x="5923" y="2181"/>
                    </a:cubicBezTo>
                    <a:lnTo>
                      <a:pt x="6144" y="2055"/>
                    </a:lnTo>
                    <a:cubicBezTo>
                      <a:pt x="6194" y="2025"/>
                      <a:pt x="6251" y="2011"/>
                      <a:pt x="6308" y="2011"/>
                    </a:cubicBezTo>
                    <a:cubicBezTo>
                      <a:pt x="6430" y="2011"/>
                      <a:pt x="6552" y="2074"/>
                      <a:pt x="6616" y="2181"/>
                    </a:cubicBezTo>
                    <a:lnTo>
                      <a:pt x="7309" y="3410"/>
                    </a:lnTo>
                    <a:cubicBezTo>
                      <a:pt x="7467" y="3725"/>
                      <a:pt x="7246" y="3819"/>
                      <a:pt x="6963" y="3977"/>
                    </a:cubicBezTo>
                    <a:lnTo>
                      <a:pt x="6963" y="4386"/>
                    </a:lnTo>
                    <a:cubicBezTo>
                      <a:pt x="7246" y="4544"/>
                      <a:pt x="7467" y="4670"/>
                      <a:pt x="7309" y="4985"/>
                    </a:cubicBezTo>
                    <a:lnTo>
                      <a:pt x="6616" y="6182"/>
                    </a:lnTo>
                    <a:cubicBezTo>
                      <a:pt x="6531" y="6289"/>
                      <a:pt x="6417" y="6366"/>
                      <a:pt x="6303" y="6366"/>
                    </a:cubicBezTo>
                    <a:cubicBezTo>
                      <a:pt x="6249" y="6366"/>
                      <a:pt x="6195" y="6349"/>
                      <a:pt x="6144" y="6308"/>
                    </a:cubicBezTo>
                    <a:lnTo>
                      <a:pt x="5923" y="6182"/>
                    </a:lnTo>
                    <a:cubicBezTo>
                      <a:pt x="5829" y="6277"/>
                      <a:pt x="5703" y="6340"/>
                      <a:pt x="5577" y="6403"/>
                    </a:cubicBezTo>
                    <a:lnTo>
                      <a:pt x="5577" y="6623"/>
                    </a:lnTo>
                    <a:cubicBezTo>
                      <a:pt x="5577" y="6812"/>
                      <a:pt x="5419" y="6970"/>
                      <a:pt x="5230" y="6970"/>
                    </a:cubicBezTo>
                    <a:lnTo>
                      <a:pt x="3812" y="6970"/>
                    </a:lnTo>
                    <a:cubicBezTo>
                      <a:pt x="3623" y="6970"/>
                      <a:pt x="3466" y="6812"/>
                      <a:pt x="3466" y="6623"/>
                    </a:cubicBezTo>
                    <a:lnTo>
                      <a:pt x="3466" y="6403"/>
                    </a:lnTo>
                    <a:cubicBezTo>
                      <a:pt x="3340" y="6340"/>
                      <a:pt x="3214" y="6277"/>
                      <a:pt x="3119" y="6182"/>
                    </a:cubicBezTo>
                    <a:lnTo>
                      <a:pt x="2899" y="6308"/>
                    </a:lnTo>
                    <a:cubicBezTo>
                      <a:pt x="2848" y="6338"/>
                      <a:pt x="2791" y="6352"/>
                      <a:pt x="2734" y="6352"/>
                    </a:cubicBezTo>
                    <a:cubicBezTo>
                      <a:pt x="2613" y="6352"/>
                      <a:pt x="2490" y="6289"/>
                      <a:pt x="2426" y="6182"/>
                    </a:cubicBezTo>
                    <a:lnTo>
                      <a:pt x="1733" y="4985"/>
                    </a:lnTo>
                    <a:cubicBezTo>
                      <a:pt x="1638" y="4827"/>
                      <a:pt x="1670" y="4575"/>
                      <a:pt x="1859" y="4512"/>
                    </a:cubicBezTo>
                    <a:lnTo>
                      <a:pt x="2048" y="4386"/>
                    </a:lnTo>
                    <a:lnTo>
                      <a:pt x="2048" y="3977"/>
                    </a:lnTo>
                    <a:lnTo>
                      <a:pt x="1859" y="3882"/>
                    </a:lnTo>
                    <a:cubicBezTo>
                      <a:pt x="1702" y="3788"/>
                      <a:pt x="1607" y="3536"/>
                      <a:pt x="1733" y="3410"/>
                    </a:cubicBezTo>
                    <a:lnTo>
                      <a:pt x="2426" y="2181"/>
                    </a:lnTo>
                    <a:cubicBezTo>
                      <a:pt x="2490" y="2074"/>
                      <a:pt x="2612" y="1997"/>
                      <a:pt x="2733" y="1997"/>
                    </a:cubicBezTo>
                    <a:cubicBezTo>
                      <a:pt x="2790" y="1997"/>
                      <a:pt x="2848" y="2014"/>
                      <a:pt x="2899" y="2055"/>
                    </a:cubicBezTo>
                    <a:lnTo>
                      <a:pt x="3119" y="2181"/>
                    </a:lnTo>
                    <a:cubicBezTo>
                      <a:pt x="3214" y="2086"/>
                      <a:pt x="3340" y="2023"/>
                      <a:pt x="3466" y="1960"/>
                    </a:cubicBezTo>
                    <a:lnTo>
                      <a:pt x="3466" y="1740"/>
                    </a:lnTo>
                    <a:cubicBezTo>
                      <a:pt x="3466" y="1551"/>
                      <a:pt x="3623" y="1393"/>
                      <a:pt x="3812" y="1393"/>
                    </a:cubicBezTo>
                    <a:close/>
                    <a:moveTo>
                      <a:pt x="4547" y="0"/>
                    </a:moveTo>
                    <a:cubicBezTo>
                      <a:pt x="3499" y="0"/>
                      <a:pt x="2484" y="337"/>
                      <a:pt x="1670" y="984"/>
                    </a:cubicBezTo>
                    <a:cubicBezTo>
                      <a:pt x="630" y="1866"/>
                      <a:pt x="0" y="3158"/>
                      <a:pt x="0" y="4544"/>
                    </a:cubicBezTo>
                    <a:cubicBezTo>
                      <a:pt x="0" y="5804"/>
                      <a:pt x="504" y="6970"/>
                      <a:pt x="1418" y="7852"/>
                    </a:cubicBezTo>
                    <a:lnTo>
                      <a:pt x="1418" y="11632"/>
                    </a:lnTo>
                    <a:cubicBezTo>
                      <a:pt x="1418" y="11821"/>
                      <a:pt x="1575" y="11979"/>
                      <a:pt x="1765" y="11979"/>
                    </a:cubicBezTo>
                    <a:lnTo>
                      <a:pt x="5986" y="11979"/>
                    </a:lnTo>
                    <a:cubicBezTo>
                      <a:pt x="6175" y="11979"/>
                      <a:pt x="6333" y="11821"/>
                      <a:pt x="6333" y="11632"/>
                    </a:cubicBezTo>
                    <a:lnTo>
                      <a:pt x="6333" y="10530"/>
                    </a:lnTo>
                    <a:lnTo>
                      <a:pt x="8097" y="10530"/>
                    </a:lnTo>
                    <a:cubicBezTo>
                      <a:pt x="8286" y="10530"/>
                      <a:pt x="8444" y="10372"/>
                      <a:pt x="8444" y="10183"/>
                    </a:cubicBezTo>
                    <a:lnTo>
                      <a:pt x="8444" y="8387"/>
                    </a:lnTo>
                    <a:lnTo>
                      <a:pt x="9042" y="8387"/>
                    </a:lnTo>
                    <a:cubicBezTo>
                      <a:pt x="9389" y="8387"/>
                      <a:pt x="9767" y="8198"/>
                      <a:pt x="9956" y="7883"/>
                    </a:cubicBezTo>
                    <a:cubicBezTo>
                      <a:pt x="10082" y="7568"/>
                      <a:pt x="10082" y="7190"/>
                      <a:pt x="9924" y="6875"/>
                    </a:cubicBezTo>
                    <a:lnTo>
                      <a:pt x="9042" y="5237"/>
                    </a:lnTo>
                    <a:cubicBezTo>
                      <a:pt x="9137" y="4701"/>
                      <a:pt x="9137" y="4134"/>
                      <a:pt x="9011" y="3599"/>
                    </a:cubicBezTo>
                    <a:cubicBezTo>
                      <a:pt x="8664" y="1866"/>
                      <a:pt x="7246" y="480"/>
                      <a:pt x="5545" y="102"/>
                    </a:cubicBezTo>
                    <a:cubicBezTo>
                      <a:pt x="5213" y="34"/>
                      <a:pt x="4878" y="0"/>
                      <a:pt x="4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39"/>
              <p:cNvSpPr/>
              <p:nvPr/>
            </p:nvSpPr>
            <p:spPr>
              <a:xfrm>
                <a:off x="-48170050" y="3622650"/>
                <a:ext cx="100050" cy="103225"/>
              </a:xfrm>
              <a:custGeom>
                <a:rect b="b" l="l" r="r" t="t"/>
                <a:pathLst>
                  <a:path extrusionOk="0" h="4129" w="4002">
                    <a:moveTo>
                      <a:pt x="1985" y="1009"/>
                    </a:moveTo>
                    <a:cubicBezTo>
                      <a:pt x="2584" y="1009"/>
                      <a:pt x="3057" y="1482"/>
                      <a:pt x="3057" y="2080"/>
                    </a:cubicBezTo>
                    <a:cubicBezTo>
                      <a:pt x="3057" y="2647"/>
                      <a:pt x="2584" y="3120"/>
                      <a:pt x="1985" y="3120"/>
                    </a:cubicBezTo>
                    <a:cubicBezTo>
                      <a:pt x="1418" y="3120"/>
                      <a:pt x="946" y="2647"/>
                      <a:pt x="946" y="2080"/>
                    </a:cubicBezTo>
                    <a:cubicBezTo>
                      <a:pt x="946" y="1482"/>
                      <a:pt x="1418" y="1009"/>
                      <a:pt x="1985" y="1009"/>
                    </a:cubicBezTo>
                    <a:close/>
                    <a:moveTo>
                      <a:pt x="1639" y="1"/>
                    </a:moveTo>
                    <a:lnTo>
                      <a:pt x="1639" y="127"/>
                    </a:lnTo>
                    <a:cubicBezTo>
                      <a:pt x="1639" y="284"/>
                      <a:pt x="1576" y="410"/>
                      <a:pt x="1418" y="442"/>
                    </a:cubicBezTo>
                    <a:cubicBezTo>
                      <a:pt x="1198" y="537"/>
                      <a:pt x="1009" y="631"/>
                      <a:pt x="851" y="757"/>
                    </a:cubicBezTo>
                    <a:cubicBezTo>
                      <a:pt x="770" y="818"/>
                      <a:pt x="689" y="853"/>
                      <a:pt x="607" y="853"/>
                    </a:cubicBezTo>
                    <a:cubicBezTo>
                      <a:pt x="562" y="853"/>
                      <a:pt x="518" y="842"/>
                      <a:pt x="473" y="820"/>
                    </a:cubicBezTo>
                    <a:lnTo>
                      <a:pt x="347" y="726"/>
                    </a:lnTo>
                    <a:lnTo>
                      <a:pt x="1" y="1324"/>
                    </a:lnTo>
                    <a:lnTo>
                      <a:pt x="127" y="1387"/>
                    </a:lnTo>
                    <a:cubicBezTo>
                      <a:pt x="221" y="1482"/>
                      <a:pt x="316" y="1639"/>
                      <a:pt x="253" y="1765"/>
                    </a:cubicBezTo>
                    <a:cubicBezTo>
                      <a:pt x="221" y="1986"/>
                      <a:pt x="221" y="2143"/>
                      <a:pt x="253" y="2395"/>
                    </a:cubicBezTo>
                    <a:cubicBezTo>
                      <a:pt x="316" y="2553"/>
                      <a:pt x="221" y="2647"/>
                      <a:pt x="127" y="2742"/>
                    </a:cubicBezTo>
                    <a:lnTo>
                      <a:pt x="1" y="2805"/>
                    </a:lnTo>
                    <a:lnTo>
                      <a:pt x="347" y="3403"/>
                    </a:lnTo>
                    <a:lnTo>
                      <a:pt x="473" y="3340"/>
                    </a:lnTo>
                    <a:cubicBezTo>
                      <a:pt x="532" y="3297"/>
                      <a:pt x="590" y="3273"/>
                      <a:pt x="649" y="3273"/>
                    </a:cubicBezTo>
                    <a:cubicBezTo>
                      <a:pt x="716" y="3273"/>
                      <a:pt x="784" y="3304"/>
                      <a:pt x="851" y="3372"/>
                    </a:cubicBezTo>
                    <a:cubicBezTo>
                      <a:pt x="1009" y="3529"/>
                      <a:pt x="1198" y="3592"/>
                      <a:pt x="1418" y="3687"/>
                    </a:cubicBezTo>
                    <a:cubicBezTo>
                      <a:pt x="1576" y="3718"/>
                      <a:pt x="1639" y="3876"/>
                      <a:pt x="1639" y="4002"/>
                    </a:cubicBezTo>
                    <a:lnTo>
                      <a:pt x="1639" y="4128"/>
                    </a:lnTo>
                    <a:lnTo>
                      <a:pt x="2364" y="4128"/>
                    </a:lnTo>
                    <a:lnTo>
                      <a:pt x="2364" y="4002"/>
                    </a:lnTo>
                    <a:cubicBezTo>
                      <a:pt x="2364" y="3845"/>
                      <a:pt x="2427" y="3718"/>
                      <a:pt x="2584" y="3687"/>
                    </a:cubicBezTo>
                    <a:cubicBezTo>
                      <a:pt x="2805" y="3592"/>
                      <a:pt x="2994" y="3498"/>
                      <a:pt x="3151" y="3372"/>
                    </a:cubicBezTo>
                    <a:cubicBezTo>
                      <a:pt x="3224" y="3317"/>
                      <a:pt x="3298" y="3283"/>
                      <a:pt x="3371" y="3283"/>
                    </a:cubicBezTo>
                    <a:cubicBezTo>
                      <a:pt x="3424" y="3283"/>
                      <a:pt x="3476" y="3301"/>
                      <a:pt x="3529" y="3340"/>
                    </a:cubicBezTo>
                    <a:lnTo>
                      <a:pt x="3655" y="3403"/>
                    </a:lnTo>
                    <a:lnTo>
                      <a:pt x="4002" y="2805"/>
                    </a:lnTo>
                    <a:lnTo>
                      <a:pt x="3876" y="2742"/>
                    </a:lnTo>
                    <a:cubicBezTo>
                      <a:pt x="3781" y="2647"/>
                      <a:pt x="3687" y="2490"/>
                      <a:pt x="3750" y="2395"/>
                    </a:cubicBezTo>
                    <a:cubicBezTo>
                      <a:pt x="3781" y="2143"/>
                      <a:pt x="3781" y="1986"/>
                      <a:pt x="3750" y="1765"/>
                    </a:cubicBezTo>
                    <a:cubicBezTo>
                      <a:pt x="3687" y="1608"/>
                      <a:pt x="3781" y="1482"/>
                      <a:pt x="3876" y="1387"/>
                    </a:cubicBezTo>
                    <a:lnTo>
                      <a:pt x="4002" y="1324"/>
                    </a:lnTo>
                    <a:lnTo>
                      <a:pt x="3655" y="726"/>
                    </a:lnTo>
                    <a:lnTo>
                      <a:pt x="3529" y="820"/>
                    </a:lnTo>
                    <a:cubicBezTo>
                      <a:pt x="3477" y="846"/>
                      <a:pt x="3425" y="861"/>
                      <a:pt x="3373" y="861"/>
                    </a:cubicBezTo>
                    <a:cubicBezTo>
                      <a:pt x="3299" y="861"/>
                      <a:pt x="3225" y="831"/>
                      <a:pt x="3151" y="757"/>
                    </a:cubicBezTo>
                    <a:cubicBezTo>
                      <a:pt x="2994" y="600"/>
                      <a:pt x="2805" y="537"/>
                      <a:pt x="2584" y="442"/>
                    </a:cubicBezTo>
                    <a:cubicBezTo>
                      <a:pt x="2427" y="410"/>
                      <a:pt x="2364" y="253"/>
                      <a:pt x="2364" y="127"/>
                    </a:cubicBezTo>
                    <a:lnTo>
                      <a:pt x="2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39"/>
              <p:cNvSpPr/>
              <p:nvPr/>
            </p:nvSpPr>
            <p:spPr>
              <a:xfrm>
                <a:off x="-48129100" y="3665200"/>
                <a:ext cx="18150" cy="18125"/>
              </a:xfrm>
              <a:custGeom>
                <a:rect b="b" l="l" r="r" t="t"/>
                <a:pathLst>
                  <a:path extrusionOk="0" h="725" w="726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68" y="725"/>
                      <a:pt x="726" y="567"/>
                      <a:pt x="726" y="378"/>
                    </a:cubicBezTo>
                    <a:cubicBezTo>
                      <a:pt x="726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56" name="Google Shape;556;p39"/>
          <p:cNvSpPr/>
          <p:nvPr/>
        </p:nvSpPr>
        <p:spPr>
          <a:xfrm>
            <a:off x="1154563" y="161920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9"/>
          <p:cNvSpPr/>
          <p:nvPr/>
        </p:nvSpPr>
        <p:spPr>
          <a:xfrm>
            <a:off x="1603763" y="1921613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9"/>
          <p:cNvSpPr/>
          <p:nvPr/>
        </p:nvSpPr>
        <p:spPr>
          <a:xfrm>
            <a:off x="3546900" y="3630450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9"/>
          <p:cNvSpPr/>
          <p:nvPr/>
        </p:nvSpPr>
        <p:spPr>
          <a:xfrm>
            <a:off x="3755488" y="3630438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909050" y="2267600"/>
            <a:ext cx="6974400" cy="22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with Other DevOps Tools</a:t>
            </a:r>
            <a:r>
              <a:rPr lang="en"/>
              <a:t> →</a:t>
            </a:r>
            <a:endParaRPr/>
          </a:p>
        </p:txBody>
      </p:sp>
      <p:sp>
        <p:nvSpPr>
          <p:cNvPr id="565" name="Google Shape;565;p40"/>
          <p:cNvSpPr txBox="1"/>
          <p:nvPr>
            <p:ph idx="2" type="title"/>
          </p:nvPr>
        </p:nvSpPr>
        <p:spPr>
          <a:xfrm>
            <a:off x="909050" y="1162713"/>
            <a:ext cx="4812600" cy="11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66" name="Google Shape;566;p40"/>
          <p:cNvSpPr/>
          <p:nvPr/>
        </p:nvSpPr>
        <p:spPr>
          <a:xfrm>
            <a:off x="7568925" y="1295750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0"/>
          <p:cNvSpPr/>
          <p:nvPr/>
        </p:nvSpPr>
        <p:spPr>
          <a:xfrm>
            <a:off x="6381275" y="136036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0"/>
          <p:cNvSpPr/>
          <p:nvPr/>
        </p:nvSpPr>
        <p:spPr>
          <a:xfrm>
            <a:off x="6513275" y="126545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9" name="Google Shape;569;p40"/>
          <p:cNvGrpSpPr/>
          <p:nvPr/>
        </p:nvGrpSpPr>
        <p:grpSpPr>
          <a:xfrm>
            <a:off x="7125139" y="2016949"/>
            <a:ext cx="554809" cy="554809"/>
            <a:chOff x="5724800" y="2169125"/>
            <a:chExt cx="587100" cy="587100"/>
          </a:xfrm>
        </p:grpSpPr>
        <p:sp>
          <p:nvSpPr>
            <p:cNvPr id="570" name="Google Shape;570;p40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0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0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3" name="Google Shape;573;p40"/>
          <p:cNvSpPr/>
          <p:nvPr/>
        </p:nvSpPr>
        <p:spPr>
          <a:xfrm>
            <a:off x="6839250" y="17814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4" name="Google Shape;574;p40"/>
          <p:cNvGrpSpPr/>
          <p:nvPr/>
        </p:nvGrpSpPr>
        <p:grpSpPr>
          <a:xfrm>
            <a:off x="7125145" y="772239"/>
            <a:ext cx="835737" cy="835737"/>
            <a:chOff x="6810900" y="2169125"/>
            <a:chExt cx="587100" cy="587100"/>
          </a:xfrm>
        </p:grpSpPr>
        <p:sp>
          <p:nvSpPr>
            <p:cNvPr id="575" name="Google Shape;575;p40"/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0"/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7" name="Google Shape;577;p40"/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578" name="Google Shape;578;p40"/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rect b="b" l="l" r="r" t="t"/>
                <a:pathLst>
                  <a:path extrusionOk="0" h="4916" w="5073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40"/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rect b="b" l="l" r="r" t="t"/>
                <a:pathLst>
                  <a:path extrusionOk="0" h="9958" w="9925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1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Buddy Vs. Jenkins</a:t>
            </a:r>
            <a:endParaRPr/>
          </a:p>
        </p:txBody>
      </p:sp>
      <p:sp>
        <p:nvSpPr>
          <p:cNvPr id="585" name="Google Shape;585;p41"/>
          <p:cNvSpPr/>
          <p:nvPr/>
        </p:nvSpPr>
        <p:spPr>
          <a:xfrm>
            <a:off x="4507937" y="4005736"/>
            <a:ext cx="127800" cy="12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1"/>
          <p:cNvSpPr txBox="1"/>
          <p:nvPr/>
        </p:nvSpPr>
        <p:spPr>
          <a:xfrm>
            <a:off x="1422013" y="1533475"/>
            <a:ext cx="182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Ease of Use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87" name="Google Shape;587;p41"/>
          <p:cNvSpPr txBox="1"/>
          <p:nvPr/>
        </p:nvSpPr>
        <p:spPr>
          <a:xfrm>
            <a:off x="1422013" y="1874875"/>
            <a:ext cx="18261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Simpler, more intuitive interface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88" name="Google Shape;588;p41"/>
          <p:cNvSpPr txBox="1"/>
          <p:nvPr/>
        </p:nvSpPr>
        <p:spPr>
          <a:xfrm>
            <a:off x="1421838" y="3220325"/>
            <a:ext cx="182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Setup Speed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89" name="Google Shape;589;p41"/>
          <p:cNvSpPr txBox="1"/>
          <p:nvPr/>
        </p:nvSpPr>
        <p:spPr>
          <a:xfrm>
            <a:off x="1421850" y="3674325"/>
            <a:ext cx="18261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Visual pipelines and predefined actions make it quicker to set up than Jenkins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90" name="Google Shape;590;p41"/>
          <p:cNvSpPr txBox="1"/>
          <p:nvPr/>
        </p:nvSpPr>
        <p:spPr>
          <a:xfrm>
            <a:off x="5589675" y="1748275"/>
            <a:ext cx="2438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User Experience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91" name="Google Shape;591;p41"/>
          <p:cNvSpPr txBox="1"/>
          <p:nvPr/>
        </p:nvSpPr>
        <p:spPr>
          <a:xfrm>
            <a:off x="6007775" y="2449950"/>
            <a:ext cx="18261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Buddy is user-friendly for non-experts, whereas Jenkins has a steeper learning curve.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92" name="Google Shape;592;p41"/>
          <p:cNvSpPr/>
          <p:nvPr/>
        </p:nvSpPr>
        <p:spPr>
          <a:xfrm>
            <a:off x="714914" y="1743875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1"/>
          <p:cNvSpPr/>
          <p:nvPr/>
        </p:nvSpPr>
        <p:spPr>
          <a:xfrm>
            <a:off x="781964" y="1810925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1"/>
          <p:cNvSpPr/>
          <p:nvPr/>
        </p:nvSpPr>
        <p:spPr>
          <a:xfrm>
            <a:off x="714901" y="336135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1"/>
          <p:cNvSpPr/>
          <p:nvPr/>
        </p:nvSpPr>
        <p:spPr>
          <a:xfrm>
            <a:off x="781951" y="3428400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1"/>
          <p:cNvSpPr/>
          <p:nvPr/>
        </p:nvSpPr>
        <p:spPr>
          <a:xfrm>
            <a:off x="7958301" y="250070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1"/>
          <p:cNvSpPr/>
          <p:nvPr/>
        </p:nvSpPr>
        <p:spPr>
          <a:xfrm>
            <a:off x="8025351" y="2567750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8" name="Google Shape;59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499" y="1227475"/>
            <a:ext cx="1947054" cy="268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8125" y="2421475"/>
            <a:ext cx="1874425" cy="1874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0" name="Google Shape;600;p41"/>
          <p:cNvGrpSpPr/>
          <p:nvPr/>
        </p:nvGrpSpPr>
        <p:grpSpPr>
          <a:xfrm>
            <a:off x="868023" y="3514908"/>
            <a:ext cx="248512" cy="247590"/>
            <a:chOff x="-64781025" y="3361050"/>
            <a:chExt cx="317425" cy="315200"/>
          </a:xfrm>
        </p:grpSpPr>
        <p:sp>
          <p:nvSpPr>
            <p:cNvPr id="601" name="Google Shape;601;p41"/>
            <p:cNvSpPr/>
            <p:nvPr/>
          </p:nvSpPr>
          <p:spPr>
            <a:xfrm>
              <a:off x="-64764500" y="3388725"/>
              <a:ext cx="272550" cy="272550"/>
            </a:xfrm>
            <a:custGeom>
              <a:rect b="b" l="l" r="r" t="t"/>
              <a:pathLst>
                <a:path extrusionOk="0" h="10902" w="10902">
                  <a:moveTo>
                    <a:pt x="6554" y="2647"/>
                  </a:moveTo>
                  <a:cubicBezTo>
                    <a:pt x="6979" y="2647"/>
                    <a:pt x="7404" y="2805"/>
                    <a:pt x="7719" y="3120"/>
                  </a:cubicBezTo>
                  <a:cubicBezTo>
                    <a:pt x="8381" y="3782"/>
                    <a:pt x="8381" y="4821"/>
                    <a:pt x="7751" y="5483"/>
                  </a:cubicBezTo>
                  <a:cubicBezTo>
                    <a:pt x="7436" y="5798"/>
                    <a:pt x="7058" y="5955"/>
                    <a:pt x="6585" y="5955"/>
                  </a:cubicBezTo>
                  <a:cubicBezTo>
                    <a:pt x="6144" y="5955"/>
                    <a:pt x="5703" y="5798"/>
                    <a:pt x="5388" y="5483"/>
                  </a:cubicBezTo>
                  <a:cubicBezTo>
                    <a:pt x="5073" y="5168"/>
                    <a:pt x="4915" y="4758"/>
                    <a:pt x="4915" y="4286"/>
                  </a:cubicBezTo>
                  <a:cubicBezTo>
                    <a:pt x="4915" y="3813"/>
                    <a:pt x="5073" y="3435"/>
                    <a:pt x="5388" y="3120"/>
                  </a:cubicBezTo>
                  <a:cubicBezTo>
                    <a:pt x="5703" y="2805"/>
                    <a:pt x="6128" y="2647"/>
                    <a:pt x="6554" y="2647"/>
                  </a:cubicBezTo>
                  <a:close/>
                  <a:moveTo>
                    <a:pt x="2175" y="6901"/>
                  </a:moveTo>
                  <a:lnTo>
                    <a:pt x="4065" y="8791"/>
                  </a:lnTo>
                  <a:lnTo>
                    <a:pt x="3592" y="9484"/>
                  </a:lnTo>
                  <a:lnTo>
                    <a:pt x="1418" y="7342"/>
                  </a:lnTo>
                  <a:lnTo>
                    <a:pt x="2175" y="6901"/>
                  </a:lnTo>
                  <a:close/>
                  <a:moveTo>
                    <a:pt x="6907" y="1"/>
                  </a:moveTo>
                  <a:cubicBezTo>
                    <a:pt x="6851" y="1"/>
                    <a:pt x="6795" y="11"/>
                    <a:pt x="6743" y="33"/>
                  </a:cubicBezTo>
                  <a:cubicBezTo>
                    <a:pt x="5546" y="663"/>
                    <a:pt x="4474" y="1576"/>
                    <a:pt x="3655" y="2616"/>
                  </a:cubicBezTo>
                  <a:cubicBezTo>
                    <a:pt x="3025" y="3341"/>
                    <a:pt x="2553" y="4223"/>
                    <a:pt x="2175" y="5136"/>
                  </a:cubicBezTo>
                  <a:cubicBezTo>
                    <a:pt x="2048" y="5451"/>
                    <a:pt x="1922" y="5766"/>
                    <a:pt x="1859" y="6050"/>
                  </a:cubicBezTo>
                  <a:lnTo>
                    <a:pt x="505" y="6838"/>
                  </a:lnTo>
                  <a:cubicBezTo>
                    <a:pt x="379" y="6932"/>
                    <a:pt x="316" y="7058"/>
                    <a:pt x="316" y="7184"/>
                  </a:cubicBezTo>
                  <a:cubicBezTo>
                    <a:pt x="316" y="7279"/>
                    <a:pt x="347" y="7405"/>
                    <a:pt x="442" y="7531"/>
                  </a:cubicBezTo>
                  <a:lnTo>
                    <a:pt x="1072" y="8161"/>
                  </a:lnTo>
                  <a:cubicBezTo>
                    <a:pt x="631" y="8696"/>
                    <a:pt x="1" y="9673"/>
                    <a:pt x="1" y="10272"/>
                  </a:cubicBezTo>
                  <a:cubicBezTo>
                    <a:pt x="1" y="10524"/>
                    <a:pt x="64" y="10681"/>
                    <a:pt x="158" y="10744"/>
                  </a:cubicBezTo>
                  <a:cubicBezTo>
                    <a:pt x="221" y="10839"/>
                    <a:pt x="379" y="10902"/>
                    <a:pt x="631" y="10902"/>
                  </a:cubicBezTo>
                  <a:cubicBezTo>
                    <a:pt x="1229" y="10902"/>
                    <a:pt x="2238" y="10240"/>
                    <a:pt x="2742" y="9830"/>
                  </a:cubicBezTo>
                  <a:lnTo>
                    <a:pt x="3372" y="10461"/>
                  </a:lnTo>
                  <a:cubicBezTo>
                    <a:pt x="3466" y="10555"/>
                    <a:pt x="3592" y="10587"/>
                    <a:pt x="3655" y="10587"/>
                  </a:cubicBezTo>
                  <a:lnTo>
                    <a:pt x="3687" y="10587"/>
                  </a:lnTo>
                  <a:cubicBezTo>
                    <a:pt x="3813" y="10587"/>
                    <a:pt x="3939" y="10524"/>
                    <a:pt x="4002" y="10398"/>
                  </a:cubicBezTo>
                  <a:lnTo>
                    <a:pt x="4789" y="9074"/>
                  </a:lnTo>
                  <a:cubicBezTo>
                    <a:pt x="5104" y="8980"/>
                    <a:pt x="5420" y="8854"/>
                    <a:pt x="5735" y="8759"/>
                  </a:cubicBezTo>
                  <a:cubicBezTo>
                    <a:pt x="6648" y="8381"/>
                    <a:pt x="7530" y="7877"/>
                    <a:pt x="8255" y="7279"/>
                  </a:cubicBezTo>
                  <a:cubicBezTo>
                    <a:pt x="9295" y="6459"/>
                    <a:pt x="10208" y="5388"/>
                    <a:pt x="10838" y="4223"/>
                  </a:cubicBezTo>
                  <a:cubicBezTo>
                    <a:pt x="10901" y="4065"/>
                    <a:pt x="10870" y="3876"/>
                    <a:pt x="10744" y="3750"/>
                  </a:cubicBezTo>
                  <a:lnTo>
                    <a:pt x="7215" y="127"/>
                  </a:lnTo>
                  <a:cubicBezTo>
                    <a:pt x="7131" y="43"/>
                    <a:pt x="7019" y="1"/>
                    <a:pt x="69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-64568375" y="3361050"/>
              <a:ext cx="104775" cy="105675"/>
            </a:xfrm>
            <a:custGeom>
              <a:rect b="b" l="l" r="r" t="t"/>
              <a:pathLst>
                <a:path extrusionOk="0" h="4227" w="4191">
                  <a:moveTo>
                    <a:pt x="2941" y="1"/>
                  </a:moveTo>
                  <a:cubicBezTo>
                    <a:pt x="2906" y="1"/>
                    <a:pt x="2871" y="2"/>
                    <a:pt x="2836" y="5"/>
                  </a:cubicBezTo>
                  <a:cubicBezTo>
                    <a:pt x="1828" y="100"/>
                    <a:pt x="883" y="320"/>
                    <a:pt x="0" y="667"/>
                  </a:cubicBezTo>
                  <a:lnTo>
                    <a:pt x="3529" y="4227"/>
                  </a:lnTo>
                  <a:cubicBezTo>
                    <a:pt x="3876" y="3313"/>
                    <a:pt x="4128" y="2368"/>
                    <a:pt x="4191" y="1392"/>
                  </a:cubicBezTo>
                  <a:cubicBezTo>
                    <a:pt x="4191" y="982"/>
                    <a:pt x="4033" y="635"/>
                    <a:pt x="3812" y="352"/>
                  </a:cubicBezTo>
                  <a:cubicBezTo>
                    <a:pt x="3558" y="125"/>
                    <a:pt x="3252" y="1"/>
                    <a:pt x="29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1"/>
            <p:cNvSpPr/>
            <p:nvPr/>
          </p:nvSpPr>
          <p:spPr>
            <a:xfrm>
              <a:off x="-64645575" y="3596675"/>
              <a:ext cx="85100" cy="79575"/>
            </a:xfrm>
            <a:custGeom>
              <a:rect b="b" l="l" r="r" t="t"/>
              <a:pathLst>
                <a:path extrusionOk="0" h="3183" w="3404">
                  <a:moveTo>
                    <a:pt x="3403" y="0"/>
                  </a:moveTo>
                  <a:lnTo>
                    <a:pt x="3403" y="0"/>
                  </a:lnTo>
                  <a:cubicBezTo>
                    <a:pt x="2710" y="473"/>
                    <a:pt x="2017" y="819"/>
                    <a:pt x="1261" y="1134"/>
                  </a:cubicBezTo>
                  <a:cubicBezTo>
                    <a:pt x="1041" y="1292"/>
                    <a:pt x="726" y="1386"/>
                    <a:pt x="442" y="1449"/>
                  </a:cubicBezTo>
                  <a:cubicBezTo>
                    <a:pt x="347" y="1859"/>
                    <a:pt x="253" y="2237"/>
                    <a:pt x="95" y="2584"/>
                  </a:cubicBezTo>
                  <a:cubicBezTo>
                    <a:pt x="1" y="2741"/>
                    <a:pt x="32" y="2930"/>
                    <a:pt x="158" y="3056"/>
                  </a:cubicBezTo>
                  <a:cubicBezTo>
                    <a:pt x="253" y="3151"/>
                    <a:pt x="347" y="3182"/>
                    <a:pt x="442" y="3182"/>
                  </a:cubicBezTo>
                  <a:cubicBezTo>
                    <a:pt x="505" y="3182"/>
                    <a:pt x="568" y="3182"/>
                    <a:pt x="600" y="3151"/>
                  </a:cubicBezTo>
                  <a:cubicBezTo>
                    <a:pt x="1135" y="2867"/>
                    <a:pt x="1671" y="2521"/>
                    <a:pt x="2080" y="2080"/>
                  </a:cubicBezTo>
                  <a:cubicBezTo>
                    <a:pt x="2679" y="1481"/>
                    <a:pt x="3151" y="756"/>
                    <a:pt x="34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1"/>
            <p:cNvSpPr/>
            <p:nvPr/>
          </p:nvSpPr>
          <p:spPr>
            <a:xfrm>
              <a:off x="-64781025" y="3456475"/>
              <a:ext cx="80350" cy="85075"/>
            </a:xfrm>
            <a:custGeom>
              <a:rect b="b" l="l" r="r" t="t"/>
              <a:pathLst>
                <a:path extrusionOk="0" h="3403" w="3214">
                  <a:moveTo>
                    <a:pt x="3214" y="0"/>
                  </a:moveTo>
                  <a:cubicBezTo>
                    <a:pt x="2426" y="252"/>
                    <a:pt x="1733" y="725"/>
                    <a:pt x="1134" y="1324"/>
                  </a:cubicBezTo>
                  <a:cubicBezTo>
                    <a:pt x="693" y="1733"/>
                    <a:pt x="347" y="2269"/>
                    <a:pt x="63" y="2804"/>
                  </a:cubicBezTo>
                  <a:cubicBezTo>
                    <a:pt x="0" y="2962"/>
                    <a:pt x="32" y="3151"/>
                    <a:pt x="158" y="3277"/>
                  </a:cubicBezTo>
                  <a:cubicBezTo>
                    <a:pt x="221" y="3371"/>
                    <a:pt x="347" y="3403"/>
                    <a:pt x="410" y="3403"/>
                  </a:cubicBezTo>
                  <a:cubicBezTo>
                    <a:pt x="504" y="3403"/>
                    <a:pt x="536" y="3403"/>
                    <a:pt x="630" y="3371"/>
                  </a:cubicBezTo>
                  <a:cubicBezTo>
                    <a:pt x="977" y="3214"/>
                    <a:pt x="1355" y="3088"/>
                    <a:pt x="1764" y="2993"/>
                  </a:cubicBezTo>
                  <a:cubicBezTo>
                    <a:pt x="1827" y="2678"/>
                    <a:pt x="1953" y="2426"/>
                    <a:pt x="2079" y="2143"/>
                  </a:cubicBezTo>
                  <a:cubicBezTo>
                    <a:pt x="2394" y="1387"/>
                    <a:pt x="2741" y="694"/>
                    <a:pt x="32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5" name="Google Shape;605;p41"/>
          <p:cNvGrpSpPr/>
          <p:nvPr/>
        </p:nvGrpSpPr>
        <p:grpSpPr>
          <a:xfrm>
            <a:off x="868028" y="1876483"/>
            <a:ext cx="293396" cy="289497"/>
            <a:chOff x="-1951475" y="3597450"/>
            <a:chExt cx="295375" cy="291450"/>
          </a:xfrm>
        </p:grpSpPr>
        <p:sp>
          <p:nvSpPr>
            <p:cNvPr id="606" name="Google Shape;606;p41"/>
            <p:cNvSpPr/>
            <p:nvPr/>
          </p:nvSpPr>
          <p:spPr>
            <a:xfrm>
              <a:off x="-1951475" y="3597450"/>
              <a:ext cx="170925" cy="34675"/>
            </a:xfrm>
            <a:custGeom>
              <a:rect b="b" l="l" r="r" t="t"/>
              <a:pathLst>
                <a:path extrusionOk="0" h="1387" w="6837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1"/>
            <p:cNvSpPr/>
            <p:nvPr/>
          </p:nvSpPr>
          <p:spPr>
            <a:xfrm>
              <a:off x="-1949900" y="3648650"/>
              <a:ext cx="171725" cy="173300"/>
            </a:xfrm>
            <a:custGeom>
              <a:rect b="b" l="l" r="r" t="t"/>
              <a:pathLst>
                <a:path extrusionOk="0" h="6932" w="6869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1"/>
            <p:cNvSpPr/>
            <p:nvPr/>
          </p:nvSpPr>
          <p:spPr>
            <a:xfrm>
              <a:off x="-1951475" y="3838475"/>
              <a:ext cx="170925" cy="50425"/>
            </a:xfrm>
            <a:custGeom>
              <a:rect b="b" l="l" r="r" t="t"/>
              <a:pathLst>
                <a:path extrusionOk="0" h="2017" w="6837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1"/>
            <p:cNvSpPr/>
            <p:nvPr/>
          </p:nvSpPr>
          <p:spPr>
            <a:xfrm>
              <a:off x="-1912900" y="3675825"/>
              <a:ext cx="256800" cy="202825"/>
            </a:xfrm>
            <a:custGeom>
              <a:rect b="b" l="l" r="r" t="t"/>
              <a:pathLst>
                <a:path extrusionOk="0" h="8113" w="10272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" name="Google Shape;610;p41"/>
          <p:cNvGrpSpPr/>
          <p:nvPr/>
        </p:nvGrpSpPr>
        <p:grpSpPr>
          <a:xfrm>
            <a:off x="8088954" y="2654252"/>
            <a:ext cx="293393" cy="247607"/>
            <a:chOff x="-1831797" y="3844132"/>
            <a:chExt cx="292254" cy="257575"/>
          </a:xfrm>
        </p:grpSpPr>
        <p:sp>
          <p:nvSpPr>
            <p:cNvPr id="611" name="Google Shape;611;p41"/>
            <p:cNvSpPr/>
            <p:nvPr/>
          </p:nvSpPr>
          <p:spPr>
            <a:xfrm>
              <a:off x="-1831797" y="3844139"/>
              <a:ext cx="185925" cy="118950"/>
            </a:xfrm>
            <a:custGeom>
              <a:rect b="b" l="l" r="r" t="t"/>
              <a:pathLst>
                <a:path extrusionOk="0" h="4758" w="7437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1"/>
            <p:cNvSpPr/>
            <p:nvPr/>
          </p:nvSpPr>
          <p:spPr>
            <a:xfrm>
              <a:off x="-1831794" y="3844132"/>
              <a:ext cx="292250" cy="257575"/>
            </a:xfrm>
            <a:custGeom>
              <a:rect b="b" l="l" r="r" t="t"/>
              <a:pathLst>
                <a:path extrusionOk="0" h="10303" w="1169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188" y="1012888"/>
            <a:ext cx="2438100" cy="24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2"/>
          <p:cNvSpPr txBox="1"/>
          <p:nvPr>
            <p:ph type="title"/>
          </p:nvPr>
        </p:nvSpPr>
        <p:spPr>
          <a:xfrm>
            <a:off x="714875" y="558225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Buddy Vs. GitLab CI/CD</a:t>
            </a:r>
            <a:endParaRPr/>
          </a:p>
        </p:txBody>
      </p:sp>
      <p:sp>
        <p:nvSpPr>
          <p:cNvPr id="619" name="Google Shape;619;p42"/>
          <p:cNvSpPr/>
          <p:nvPr/>
        </p:nvSpPr>
        <p:spPr>
          <a:xfrm>
            <a:off x="4507937" y="4005736"/>
            <a:ext cx="127800" cy="12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2"/>
          <p:cNvSpPr txBox="1"/>
          <p:nvPr/>
        </p:nvSpPr>
        <p:spPr>
          <a:xfrm>
            <a:off x="1422025" y="1533475"/>
            <a:ext cx="258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Integration </a:t>
            </a: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Features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21" name="Google Shape;621;p42"/>
          <p:cNvSpPr txBox="1"/>
          <p:nvPr/>
        </p:nvSpPr>
        <p:spPr>
          <a:xfrm>
            <a:off x="1422025" y="1874875"/>
            <a:ext cx="20748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more streamlined and preconfigured integration options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22" name="Google Shape;622;p42"/>
          <p:cNvSpPr txBox="1"/>
          <p:nvPr/>
        </p:nvSpPr>
        <p:spPr>
          <a:xfrm>
            <a:off x="1421838" y="3220325"/>
            <a:ext cx="182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Faster Setup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23" name="Google Shape;623;p42"/>
          <p:cNvSpPr txBox="1"/>
          <p:nvPr/>
        </p:nvSpPr>
        <p:spPr>
          <a:xfrm>
            <a:off x="1421850" y="3674325"/>
            <a:ext cx="18261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lbert Sans"/>
                <a:ea typeface="Albert Sans"/>
                <a:cs typeface="Albert Sans"/>
                <a:sym typeface="Albert Sans"/>
              </a:rPr>
              <a:t>provide </a:t>
            </a:r>
            <a:r>
              <a:rPr lang="en" sz="1200">
                <a:latin typeface="Albert Sans"/>
                <a:ea typeface="Albert Sans"/>
                <a:cs typeface="Albert Sans"/>
                <a:sym typeface="Albert Sans"/>
              </a:rPr>
              <a:t>quick setups for small and medium-sized projects.</a:t>
            </a:r>
            <a:r>
              <a:rPr lang="en" sz="1100"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24" name="Google Shape;624;p42"/>
          <p:cNvSpPr txBox="1"/>
          <p:nvPr/>
        </p:nvSpPr>
        <p:spPr>
          <a:xfrm>
            <a:off x="5701775" y="1743875"/>
            <a:ext cx="2438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Customization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25" name="Google Shape;625;p42"/>
          <p:cNvSpPr txBox="1"/>
          <p:nvPr/>
        </p:nvSpPr>
        <p:spPr>
          <a:xfrm>
            <a:off x="6119650" y="2449950"/>
            <a:ext cx="18261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excels in making it simpler for 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non-experts</a:t>
            </a:r>
            <a:endParaRPr b="1"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26" name="Google Shape;626;p42"/>
          <p:cNvSpPr/>
          <p:nvPr/>
        </p:nvSpPr>
        <p:spPr>
          <a:xfrm>
            <a:off x="714914" y="1743875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2"/>
          <p:cNvSpPr/>
          <p:nvPr/>
        </p:nvSpPr>
        <p:spPr>
          <a:xfrm>
            <a:off x="781964" y="1810925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2"/>
          <p:cNvSpPr/>
          <p:nvPr/>
        </p:nvSpPr>
        <p:spPr>
          <a:xfrm>
            <a:off x="714901" y="336135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2"/>
          <p:cNvSpPr/>
          <p:nvPr/>
        </p:nvSpPr>
        <p:spPr>
          <a:xfrm>
            <a:off x="781951" y="3428400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2"/>
          <p:cNvSpPr/>
          <p:nvPr/>
        </p:nvSpPr>
        <p:spPr>
          <a:xfrm>
            <a:off x="7958301" y="250070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2"/>
          <p:cNvSpPr/>
          <p:nvPr/>
        </p:nvSpPr>
        <p:spPr>
          <a:xfrm>
            <a:off x="8025351" y="2567750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2" name="Google Shape;63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8125" y="2421475"/>
            <a:ext cx="1874425" cy="1874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42"/>
          <p:cNvGrpSpPr/>
          <p:nvPr/>
        </p:nvGrpSpPr>
        <p:grpSpPr>
          <a:xfrm>
            <a:off x="837894" y="1897436"/>
            <a:ext cx="308768" cy="247597"/>
            <a:chOff x="-41526450" y="3653375"/>
            <a:chExt cx="315875" cy="247350"/>
          </a:xfrm>
        </p:grpSpPr>
        <p:sp>
          <p:nvSpPr>
            <p:cNvPr id="634" name="Google Shape;634;p42"/>
            <p:cNvSpPr/>
            <p:nvPr/>
          </p:nvSpPr>
          <p:spPr>
            <a:xfrm>
              <a:off x="-41526450" y="3860525"/>
              <a:ext cx="315875" cy="40200"/>
            </a:xfrm>
            <a:custGeom>
              <a:rect b="b" l="l" r="r" t="t"/>
              <a:pathLst>
                <a:path extrusionOk="0" h="1608" w="12635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2"/>
            <p:cNvSpPr/>
            <p:nvPr/>
          </p:nvSpPr>
          <p:spPr>
            <a:xfrm>
              <a:off x="-41506750" y="3653375"/>
              <a:ext cx="275700" cy="186700"/>
            </a:xfrm>
            <a:custGeom>
              <a:rect b="b" l="l" r="r" t="t"/>
              <a:pathLst>
                <a:path extrusionOk="0" h="7468" w="11028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42"/>
          <p:cNvGrpSpPr/>
          <p:nvPr/>
        </p:nvGrpSpPr>
        <p:grpSpPr>
          <a:xfrm>
            <a:off x="845564" y="3428393"/>
            <a:ext cx="293415" cy="300611"/>
            <a:chOff x="3300325" y="249875"/>
            <a:chExt cx="433725" cy="480900"/>
          </a:xfrm>
        </p:grpSpPr>
        <p:sp>
          <p:nvSpPr>
            <p:cNvPr id="637" name="Google Shape;637;p42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8" name="Google Shape;638;p42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9" name="Google Shape;639;p42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0" name="Google Shape;640;p42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1" name="Google Shape;641;p42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2" name="Google Shape;642;p42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43" name="Google Shape;643;p42"/>
          <p:cNvGrpSpPr/>
          <p:nvPr/>
        </p:nvGrpSpPr>
        <p:grpSpPr>
          <a:xfrm>
            <a:off x="8111841" y="2654250"/>
            <a:ext cx="247610" cy="247610"/>
            <a:chOff x="1492675" y="4992125"/>
            <a:chExt cx="481825" cy="481825"/>
          </a:xfrm>
        </p:grpSpPr>
        <p:sp>
          <p:nvSpPr>
            <p:cNvPr id="644" name="Google Shape;644;p42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5" name="Google Shape;645;p42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4975" y="1014026"/>
            <a:ext cx="3703300" cy="25108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3"/>
          <p:cNvSpPr txBox="1"/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Buddy Vs. CircleCI</a:t>
            </a:r>
            <a:endParaRPr/>
          </a:p>
        </p:txBody>
      </p:sp>
      <p:sp>
        <p:nvSpPr>
          <p:cNvPr id="652" name="Google Shape;652;p43"/>
          <p:cNvSpPr/>
          <p:nvPr/>
        </p:nvSpPr>
        <p:spPr>
          <a:xfrm>
            <a:off x="4507937" y="4005736"/>
            <a:ext cx="127800" cy="12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3"/>
          <p:cNvSpPr txBox="1"/>
          <p:nvPr/>
        </p:nvSpPr>
        <p:spPr>
          <a:xfrm>
            <a:off x="977950" y="2122100"/>
            <a:ext cx="258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Performance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54" name="Google Shape;654;p43"/>
          <p:cNvSpPr txBox="1"/>
          <p:nvPr/>
        </p:nvSpPr>
        <p:spPr>
          <a:xfrm>
            <a:off x="1232800" y="2484525"/>
            <a:ext cx="20748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fast pipeline execution with real-time feedback, similar to CircleCI, but with a 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more user-friendly interface</a:t>
            </a:r>
            <a:endParaRPr b="1"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55" name="Google Shape;655;p43"/>
          <p:cNvSpPr txBox="1"/>
          <p:nvPr/>
        </p:nvSpPr>
        <p:spPr>
          <a:xfrm>
            <a:off x="5701775" y="1743875"/>
            <a:ext cx="2438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Customization Options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56" name="Google Shape;656;p43"/>
          <p:cNvSpPr txBox="1"/>
          <p:nvPr/>
        </p:nvSpPr>
        <p:spPr>
          <a:xfrm>
            <a:off x="6119650" y="2449950"/>
            <a:ext cx="18261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greater flexibility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in customizing workflows and pipelines</a:t>
            </a:r>
            <a:endParaRPr b="1"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57" name="Google Shape;657;p43"/>
          <p:cNvSpPr/>
          <p:nvPr/>
        </p:nvSpPr>
        <p:spPr>
          <a:xfrm>
            <a:off x="525689" y="2353525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3"/>
          <p:cNvSpPr/>
          <p:nvPr/>
        </p:nvSpPr>
        <p:spPr>
          <a:xfrm>
            <a:off x="592739" y="2420575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3"/>
          <p:cNvSpPr/>
          <p:nvPr/>
        </p:nvSpPr>
        <p:spPr>
          <a:xfrm>
            <a:off x="7958301" y="250070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3"/>
          <p:cNvSpPr/>
          <p:nvPr/>
        </p:nvSpPr>
        <p:spPr>
          <a:xfrm>
            <a:off x="8025351" y="2567750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1" name="Google Shape;66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8125" y="2421475"/>
            <a:ext cx="1874425" cy="1874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2" name="Google Shape;662;p43"/>
          <p:cNvGrpSpPr/>
          <p:nvPr/>
        </p:nvGrpSpPr>
        <p:grpSpPr>
          <a:xfrm>
            <a:off x="8111841" y="2654250"/>
            <a:ext cx="247610" cy="247610"/>
            <a:chOff x="1492675" y="4992125"/>
            <a:chExt cx="481825" cy="481825"/>
          </a:xfrm>
        </p:grpSpPr>
        <p:sp>
          <p:nvSpPr>
            <p:cNvPr id="663" name="Google Shape;663;p43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64" name="Google Shape;664;p43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65" name="Google Shape;665;p43"/>
          <p:cNvGrpSpPr/>
          <p:nvPr/>
        </p:nvGrpSpPr>
        <p:grpSpPr>
          <a:xfrm>
            <a:off x="679239" y="2488196"/>
            <a:ext cx="247614" cy="285366"/>
            <a:chOff x="3300325" y="249875"/>
            <a:chExt cx="433725" cy="480900"/>
          </a:xfrm>
        </p:grpSpPr>
        <p:sp>
          <p:nvSpPr>
            <p:cNvPr id="666" name="Google Shape;666;p43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68" name="Google Shape;668;p43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69" name="Google Shape;669;p43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70" name="Google Shape;670;p43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71" name="Google Shape;671;p43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4"/>
          <p:cNvSpPr txBox="1"/>
          <p:nvPr>
            <p:ph type="title"/>
          </p:nvPr>
        </p:nvSpPr>
        <p:spPr>
          <a:xfrm>
            <a:off x="909050" y="2218550"/>
            <a:ext cx="6974400" cy="22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r>
              <a:rPr lang="en"/>
              <a:t> →</a:t>
            </a:r>
            <a:endParaRPr/>
          </a:p>
        </p:txBody>
      </p:sp>
      <p:sp>
        <p:nvSpPr>
          <p:cNvPr id="677" name="Google Shape;677;p44"/>
          <p:cNvSpPr txBox="1"/>
          <p:nvPr>
            <p:ph idx="2" type="title"/>
          </p:nvPr>
        </p:nvSpPr>
        <p:spPr>
          <a:xfrm>
            <a:off x="909050" y="1162713"/>
            <a:ext cx="4812600" cy="11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78" name="Google Shape;678;p44"/>
          <p:cNvSpPr/>
          <p:nvPr/>
        </p:nvSpPr>
        <p:spPr>
          <a:xfrm>
            <a:off x="7568925" y="1295750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4"/>
          <p:cNvSpPr/>
          <p:nvPr/>
        </p:nvSpPr>
        <p:spPr>
          <a:xfrm>
            <a:off x="6381275" y="136036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4"/>
          <p:cNvSpPr/>
          <p:nvPr/>
        </p:nvSpPr>
        <p:spPr>
          <a:xfrm>
            <a:off x="6513275" y="126545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1" name="Google Shape;681;p44"/>
          <p:cNvGrpSpPr/>
          <p:nvPr/>
        </p:nvGrpSpPr>
        <p:grpSpPr>
          <a:xfrm>
            <a:off x="7125139" y="2016949"/>
            <a:ext cx="554809" cy="554809"/>
            <a:chOff x="5724800" y="2169125"/>
            <a:chExt cx="587100" cy="587100"/>
          </a:xfrm>
        </p:grpSpPr>
        <p:sp>
          <p:nvSpPr>
            <p:cNvPr id="682" name="Google Shape;682;p44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4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4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5" name="Google Shape;685;p44"/>
          <p:cNvSpPr/>
          <p:nvPr/>
        </p:nvSpPr>
        <p:spPr>
          <a:xfrm>
            <a:off x="6839250" y="17814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6" name="Google Shape;686;p44"/>
          <p:cNvGrpSpPr/>
          <p:nvPr/>
        </p:nvGrpSpPr>
        <p:grpSpPr>
          <a:xfrm>
            <a:off x="7125145" y="772239"/>
            <a:ext cx="835737" cy="835737"/>
            <a:chOff x="6810900" y="2169125"/>
            <a:chExt cx="587100" cy="587100"/>
          </a:xfrm>
        </p:grpSpPr>
        <p:sp>
          <p:nvSpPr>
            <p:cNvPr id="687" name="Google Shape;687;p44"/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4"/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9" name="Google Shape;689;p44"/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690" name="Google Shape;690;p44"/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rect b="b" l="l" r="r" t="t"/>
                <a:pathLst>
                  <a:path extrusionOk="0" h="4916" w="5073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44"/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rect b="b" l="l" r="r" t="t"/>
                <a:pathLst>
                  <a:path extrusionOk="0" h="9958" w="9925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5"/>
          <p:cNvSpPr txBox="1"/>
          <p:nvPr>
            <p:ph type="title"/>
          </p:nvPr>
        </p:nvSpPr>
        <p:spPr>
          <a:xfrm>
            <a:off x="715100" y="854903"/>
            <a:ext cx="7713900" cy="99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Why choose Buddy? 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697" name="Google Shape;697;p45"/>
          <p:cNvSpPr txBox="1"/>
          <p:nvPr>
            <p:ph idx="1" type="subTitle"/>
          </p:nvPr>
        </p:nvSpPr>
        <p:spPr>
          <a:xfrm>
            <a:off x="750125" y="1995384"/>
            <a:ext cx="7713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Buddy simplifies DevOps automation for all team sizes with </a:t>
            </a:r>
            <a:r>
              <a:rPr b="1" lang="en" sz="1600"/>
              <a:t>easy setup</a:t>
            </a:r>
            <a:r>
              <a:rPr lang="en" sz="1600"/>
              <a:t>, </a:t>
            </a:r>
            <a:r>
              <a:rPr b="1" lang="en" sz="1600"/>
              <a:t>real-time feedback</a:t>
            </a:r>
            <a:r>
              <a:rPr lang="en" sz="1600"/>
              <a:t>, </a:t>
            </a:r>
            <a:r>
              <a:rPr b="1" lang="en" sz="1600"/>
              <a:t>scalable infrastructure</a:t>
            </a:r>
            <a:r>
              <a:rPr lang="en" sz="1600"/>
              <a:t>, and </a:t>
            </a:r>
            <a:r>
              <a:rPr b="1" lang="en" sz="1600"/>
              <a:t>enhanced productivity</a:t>
            </a:r>
            <a:r>
              <a:rPr lang="en" sz="1600"/>
              <a:t> through automation and collaboration. </a:t>
            </a:r>
            <a:r>
              <a:rPr b="1" lang="en" sz="1600"/>
              <a:t>Great UI</a:t>
            </a:r>
            <a:r>
              <a:rPr lang="en" sz="1600"/>
              <a:t>,Has a free </a:t>
            </a:r>
            <a:r>
              <a:rPr lang="en" sz="1600"/>
              <a:t>trial-experiment away, no credit card required.</a:t>
            </a:r>
            <a:endParaRPr sz="1600"/>
          </a:p>
        </p:txBody>
      </p:sp>
      <p:sp>
        <p:nvSpPr>
          <p:cNvPr id="698" name="Google Shape;698;p45"/>
          <p:cNvSpPr/>
          <p:nvPr/>
        </p:nvSpPr>
        <p:spPr>
          <a:xfrm>
            <a:off x="7135975" y="3331325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9" name="Google Shape;699;p45"/>
          <p:cNvGrpSpPr/>
          <p:nvPr/>
        </p:nvGrpSpPr>
        <p:grpSpPr>
          <a:xfrm>
            <a:off x="7364665" y="3456026"/>
            <a:ext cx="835737" cy="835737"/>
            <a:chOff x="7774163" y="804325"/>
            <a:chExt cx="587100" cy="587100"/>
          </a:xfrm>
        </p:grpSpPr>
        <p:sp>
          <p:nvSpPr>
            <p:cNvPr id="700" name="Google Shape;700;p45"/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2" name="Google Shape;702;p45"/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703" name="Google Shape;703;p45"/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rect b="b" l="l" r="r" t="t"/>
                <a:pathLst>
                  <a:path extrusionOk="0" h="3498" w="4915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45"/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rect b="b" l="l" r="r" t="t"/>
                <a:pathLst>
                  <a:path extrusionOk="0" h="1419" w="4915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45"/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rect b="b" l="l" r="r" t="t"/>
                <a:pathLst>
                  <a:path extrusionOk="0" h="1419" w="4915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45"/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rect b="b" l="l" r="r" t="t"/>
                <a:pathLst>
                  <a:path extrusionOk="0" h="2774" w="6365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45"/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rect b="b" l="l" r="r" t="t"/>
                <a:pathLst>
                  <a:path extrusionOk="0" h="6365" w="10587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08" name="Google Shape;708;p45"/>
          <p:cNvSpPr/>
          <p:nvPr/>
        </p:nvSpPr>
        <p:spPr>
          <a:xfrm>
            <a:off x="6577138" y="3912263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5"/>
          <p:cNvSpPr/>
          <p:nvPr/>
        </p:nvSpPr>
        <p:spPr>
          <a:xfrm>
            <a:off x="6764038" y="4079500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0" name="Google Shape;710;p45"/>
          <p:cNvGrpSpPr/>
          <p:nvPr/>
        </p:nvGrpSpPr>
        <p:grpSpPr>
          <a:xfrm>
            <a:off x="6360739" y="2838750"/>
            <a:ext cx="554809" cy="554809"/>
            <a:chOff x="5724800" y="2169125"/>
            <a:chExt cx="587100" cy="587100"/>
          </a:xfrm>
        </p:grpSpPr>
        <p:sp>
          <p:nvSpPr>
            <p:cNvPr id="711" name="Google Shape;711;p45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5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5"/>
            <p:cNvSpPr/>
            <p:nvPr/>
          </p:nvSpPr>
          <p:spPr>
            <a:xfrm>
              <a:off x="5889083" y="2332610"/>
              <a:ext cx="258497" cy="260131"/>
            </a:xfrm>
            <a:custGeom>
              <a:rect b="b" l="l" r="r" t="t"/>
              <a:pathLst>
                <a:path extrusionOk="0" h="42505" w="42238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4" name="Google Shape;714;p45"/>
          <p:cNvSpPr/>
          <p:nvPr/>
        </p:nvSpPr>
        <p:spPr>
          <a:xfrm>
            <a:off x="7729588" y="2807638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6"/>
          <p:cNvSpPr txBox="1"/>
          <p:nvPr>
            <p:ph type="title"/>
          </p:nvPr>
        </p:nvSpPr>
        <p:spPr>
          <a:xfrm>
            <a:off x="995425" y="2163450"/>
            <a:ext cx="3856800" cy="8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Thanks!</a:t>
            </a:r>
            <a:endParaRPr sz="5200"/>
          </a:p>
        </p:txBody>
      </p:sp>
      <p:pic>
        <p:nvPicPr>
          <p:cNvPr id="720" name="Google Shape;720;p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2502" r="12495" t="0"/>
          <a:stretch/>
        </p:blipFill>
        <p:spPr>
          <a:xfrm>
            <a:off x="4894575" y="966150"/>
            <a:ext cx="3211200" cy="3211200"/>
          </a:xfrm>
          <a:prstGeom prst="ellipse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21" name="Google Shape;721;p46"/>
          <p:cNvSpPr/>
          <p:nvPr/>
        </p:nvSpPr>
        <p:spPr>
          <a:xfrm>
            <a:off x="8064975" y="1291800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6"/>
          <p:cNvSpPr/>
          <p:nvPr/>
        </p:nvSpPr>
        <p:spPr>
          <a:xfrm>
            <a:off x="5173900" y="3552650"/>
            <a:ext cx="283500" cy="2835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6"/>
          <p:cNvSpPr/>
          <p:nvPr/>
        </p:nvSpPr>
        <p:spPr>
          <a:xfrm>
            <a:off x="7325900" y="1090200"/>
            <a:ext cx="554700" cy="55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6"/>
          <p:cNvSpPr/>
          <p:nvPr/>
        </p:nvSpPr>
        <p:spPr>
          <a:xfrm>
            <a:off x="5173900" y="380557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5" name="Google Shape;72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2825" y="1090200"/>
            <a:ext cx="1874425" cy="18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Incident Automation Pitch Deck by Slidesgo">
  <a:themeElements>
    <a:clrScheme name="Simple Light">
      <a:dk1>
        <a:srgbClr val="012169"/>
      </a:dk1>
      <a:lt1>
        <a:srgbClr val="0048A7"/>
      </a:lt1>
      <a:dk2>
        <a:srgbClr val="0388E5"/>
      </a:dk2>
      <a:lt2>
        <a:srgbClr val="3ED4FD"/>
      </a:lt2>
      <a:accent1>
        <a:srgbClr val="DAF2FE"/>
      </a:accent1>
      <a:accent2>
        <a:srgbClr val="6746B9"/>
      </a:accent2>
      <a:accent3>
        <a:srgbClr val="AD8D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21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